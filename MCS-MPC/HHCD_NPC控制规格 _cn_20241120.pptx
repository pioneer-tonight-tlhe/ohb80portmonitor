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" r:id="rId2"/>
    <p:sldId id="279" r:id="rId3"/>
    <p:sldId id="289" r:id="rId4"/>
    <p:sldId id="299" r:id="rId5"/>
  </p:sldIdLst>
  <p:sldSz cx="9144000" cy="6858000" type="screen4x3"/>
  <p:notesSz cx="6797675" cy="992663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13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5888"/>
    <a:srgbClr val="8BD9B2"/>
    <a:srgbClr val="91DBB6"/>
    <a:srgbClr val="C0EAD5"/>
    <a:srgbClr val="504084"/>
    <a:srgbClr val="4CC488"/>
    <a:srgbClr val="FFFF00"/>
    <a:srgbClr val="339966"/>
    <a:srgbClr val="FFFF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F8094-7CEA-450C-8588-2847EFF9DC9E}" v="2" dt="2024-09-02T05:39:42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25" autoAdjust="0"/>
    <p:restoredTop sz="96794" autoAdjust="0"/>
  </p:normalViewPr>
  <p:slideViewPr>
    <p:cSldViewPr>
      <p:cViewPr varScale="1">
        <p:scale>
          <a:sx n="114" d="100"/>
          <a:sy n="114" d="100"/>
        </p:scale>
        <p:origin x="1920" y="132"/>
      </p:cViewPr>
      <p:guideLst>
        <p:guide orient="horz" pos="2160"/>
        <p:guide pos="11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260" y="-78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e Michael Lee(Michael lee ROSE)" userId="7206d330-b97a-4d71-9ee9-c28a3152f07f" providerId="ADAL" clId="{B78F8094-7CEA-450C-8588-2847EFF9DC9E}"/>
    <pc:docChg chg="undo redo custSel modSld">
      <pc:chgData name="Rose Michael Lee(Michael lee ROSE)" userId="7206d330-b97a-4d71-9ee9-c28a3152f07f" providerId="ADAL" clId="{B78F8094-7CEA-450C-8588-2847EFF9DC9E}" dt="2024-09-02T05:39:58.027" v="11" actId="1076"/>
      <pc:docMkLst>
        <pc:docMk/>
      </pc:docMkLst>
      <pc:sldChg chg="addSp modSp mod">
        <pc:chgData name="Rose Michael Lee(Michael lee ROSE)" userId="7206d330-b97a-4d71-9ee9-c28a3152f07f" providerId="ADAL" clId="{B78F8094-7CEA-450C-8588-2847EFF9DC9E}" dt="2024-09-02T05:39:40.018" v="6" actId="207"/>
        <pc:sldMkLst>
          <pc:docMk/>
          <pc:sldMk cId="2042081443" sldId="279"/>
        </pc:sldMkLst>
        <pc:picChg chg="add mod">
          <ac:chgData name="Rose Michael Lee(Michael lee ROSE)" userId="7206d330-b97a-4d71-9ee9-c28a3152f07f" providerId="ADAL" clId="{B78F8094-7CEA-450C-8588-2847EFF9DC9E}" dt="2024-09-02T05:39:40.018" v="6" actId="207"/>
          <ac:picMkLst>
            <pc:docMk/>
            <pc:sldMk cId="2042081443" sldId="279"/>
            <ac:picMk id="5" creationId="{83597604-ABD5-1CE1-98E3-B492BAB5D1EF}"/>
          </ac:picMkLst>
        </pc:picChg>
      </pc:sldChg>
      <pc:sldChg chg="addSp modSp mod">
        <pc:chgData name="Rose Michael Lee(Michael lee ROSE)" userId="7206d330-b97a-4d71-9ee9-c28a3152f07f" providerId="ADAL" clId="{B78F8094-7CEA-450C-8588-2847EFF9DC9E}" dt="2024-09-02T05:39:58.027" v="11" actId="1076"/>
        <pc:sldMkLst>
          <pc:docMk/>
          <pc:sldMk cId="2452263157" sldId="289"/>
        </pc:sldMkLst>
        <pc:picChg chg="add mod">
          <ac:chgData name="Rose Michael Lee(Michael lee ROSE)" userId="7206d330-b97a-4d71-9ee9-c28a3152f07f" providerId="ADAL" clId="{B78F8094-7CEA-450C-8588-2847EFF9DC9E}" dt="2024-09-02T05:39:58.027" v="11" actId="1076"/>
          <ac:picMkLst>
            <pc:docMk/>
            <pc:sldMk cId="2452263157" sldId="289"/>
            <ac:picMk id="2" creationId="{A5E42DDE-B9F3-6F29-21E0-24B32477FB62}"/>
          </ac:picMkLst>
        </pc:picChg>
      </pc:sldChg>
    </pc:docChg>
  </pc:docChgLst>
  <pc:docChgLst>
    <pc:chgData name="眞田 虎ノ輔(Toranosuke SANADA)" userId="2f79fbeb-5570-49cd-b835-953b11cb3971" providerId="ADAL" clId="{C8931B52-C276-4315-86DB-7B7E4B938ECB}"/>
    <pc:docChg chg="custSel addSld modSld">
      <pc:chgData name="眞田 虎ノ輔(Toranosuke SANADA)" userId="2f79fbeb-5570-49cd-b835-953b11cb3971" providerId="ADAL" clId="{C8931B52-C276-4315-86DB-7B7E4B938ECB}" dt="2024-05-06T02:46:57.835" v="623" actId="1076"/>
      <pc:docMkLst>
        <pc:docMk/>
      </pc:docMkLst>
      <pc:sldChg chg="modSp mod">
        <pc:chgData name="眞田 虎ノ輔(Toranosuke SANADA)" userId="2f79fbeb-5570-49cd-b835-953b11cb3971" providerId="ADAL" clId="{C8931B52-C276-4315-86DB-7B7E4B938ECB}" dt="2024-05-06T02:37:35.099" v="9" actId="20577"/>
        <pc:sldMkLst>
          <pc:docMk/>
          <pc:sldMk cId="3644074233" sldId="261"/>
        </pc:sldMkLst>
        <pc:spChg chg="mod">
          <ac:chgData name="眞田 虎ノ輔(Toranosuke SANADA)" userId="2f79fbeb-5570-49cd-b835-953b11cb3971" providerId="ADAL" clId="{C8931B52-C276-4315-86DB-7B7E4B938ECB}" dt="2024-05-06T02:37:20.197" v="0" actId="20577"/>
          <ac:spMkLst>
            <pc:docMk/>
            <pc:sldMk cId="3644074233" sldId="261"/>
            <ac:spMk id="5" creationId="{00000000-0000-0000-0000-000000000000}"/>
          </ac:spMkLst>
        </pc:spChg>
        <pc:spChg chg="mod">
          <ac:chgData name="眞田 虎ノ輔(Toranosuke SANADA)" userId="2f79fbeb-5570-49cd-b835-953b11cb3971" providerId="ADAL" clId="{C8931B52-C276-4315-86DB-7B7E4B938ECB}" dt="2024-05-06T02:37:35.099" v="9" actId="20577"/>
          <ac:spMkLst>
            <pc:docMk/>
            <pc:sldMk cId="3644074233" sldId="261"/>
            <ac:spMk id="6" creationId="{00000000-0000-0000-0000-000000000000}"/>
          </ac:spMkLst>
        </pc:spChg>
      </pc:sldChg>
      <pc:sldChg chg="addSp modSp add mod">
        <pc:chgData name="眞田 虎ノ輔(Toranosuke SANADA)" userId="2f79fbeb-5570-49cd-b835-953b11cb3971" providerId="ADAL" clId="{C8931B52-C276-4315-86DB-7B7E4B938ECB}" dt="2024-05-06T02:41:13.475" v="241" actId="20577"/>
        <pc:sldMkLst>
          <pc:docMk/>
          <pc:sldMk cId="2585180030" sldId="293"/>
        </pc:sldMkLst>
        <pc:spChg chg="mod">
          <ac:chgData name="眞田 虎ノ輔(Toranosuke SANADA)" userId="2f79fbeb-5570-49cd-b835-953b11cb3971" providerId="ADAL" clId="{C8931B52-C276-4315-86DB-7B7E4B938ECB}" dt="2024-05-06T02:41:13.475" v="241" actId="20577"/>
          <ac:spMkLst>
            <pc:docMk/>
            <pc:sldMk cId="2585180030" sldId="293"/>
            <ac:spMk id="3" creationId="{CCEEB106-5C66-4B16-9C83-6861C569FE80}"/>
          </ac:spMkLst>
        </pc:spChg>
        <pc:spChg chg="mod">
          <ac:chgData name="眞田 虎ノ輔(Toranosuke SANADA)" userId="2f79fbeb-5570-49cd-b835-953b11cb3971" providerId="ADAL" clId="{C8931B52-C276-4315-86DB-7B7E4B938ECB}" dt="2024-05-06T02:40:43.244" v="217" actId="20577"/>
          <ac:spMkLst>
            <pc:docMk/>
            <pc:sldMk cId="2585180030" sldId="293"/>
            <ac:spMk id="4" creationId="{C4029049-CE12-407B-8075-983CA4939774}"/>
          </ac:spMkLst>
        </pc:spChg>
        <pc:picChg chg="add mod">
          <ac:chgData name="眞田 虎ノ輔(Toranosuke SANADA)" userId="2f79fbeb-5570-49cd-b835-953b11cb3971" providerId="ADAL" clId="{C8931B52-C276-4315-86DB-7B7E4B938ECB}" dt="2024-05-06T02:40:49.066" v="220" actId="14100"/>
          <ac:picMkLst>
            <pc:docMk/>
            <pc:sldMk cId="2585180030" sldId="293"/>
            <ac:picMk id="5" creationId="{FE38F585-347B-EB0F-EA77-B53177D23E4F}"/>
          </ac:picMkLst>
        </pc:picChg>
      </pc:sldChg>
      <pc:sldChg chg="addSp delSp modSp add mod">
        <pc:chgData name="眞田 虎ノ輔(Toranosuke SANADA)" userId="2f79fbeb-5570-49cd-b835-953b11cb3971" providerId="ADAL" clId="{C8931B52-C276-4315-86DB-7B7E4B938ECB}" dt="2024-05-06T02:42:33.795" v="305" actId="20577"/>
        <pc:sldMkLst>
          <pc:docMk/>
          <pc:sldMk cId="765017002" sldId="294"/>
        </pc:sldMkLst>
        <pc:spChg chg="mod">
          <ac:chgData name="眞田 虎ノ輔(Toranosuke SANADA)" userId="2f79fbeb-5570-49cd-b835-953b11cb3971" providerId="ADAL" clId="{C8931B52-C276-4315-86DB-7B7E4B938ECB}" dt="2024-05-06T02:41:30.404" v="288" actId="20577"/>
          <ac:spMkLst>
            <pc:docMk/>
            <pc:sldMk cId="765017002" sldId="294"/>
            <ac:spMk id="3" creationId="{CCEEB106-5C66-4B16-9C83-6861C569FE80}"/>
          </ac:spMkLst>
        </pc:spChg>
        <pc:spChg chg="mod">
          <ac:chgData name="眞田 虎ノ輔(Toranosuke SANADA)" userId="2f79fbeb-5570-49cd-b835-953b11cb3971" providerId="ADAL" clId="{C8931B52-C276-4315-86DB-7B7E4B938ECB}" dt="2024-05-06T02:42:33.795" v="305" actId="20577"/>
          <ac:spMkLst>
            <pc:docMk/>
            <pc:sldMk cId="765017002" sldId="294"/>
            <ac:spMk id="4" creationId="{C4029049-CE12-407B-8075-983CA4939774}"/>
          </ac:spMkLst>
        </pc:spChg>
        <pc:picChg chg="del">
          <ac:chgData name="眞田 虎ノ輔(Toranosuke SANADA)" userId="2f79fbeb-5570-49cd-b835-953b11cb3971" providerId="ADAL" clId="{C8931B52-C276-4315-86DB-7B7E4B938ECB}" dt="2024-05-06T02:42:11.524" v="289" actId="478"/>
          <ac:picMkLst>
            <pc:docMk/>
            <pc:sldMk cId="765017002" sldId="294"/>
            <ac:picMk id="5" creationId="{FE38F585-347B-EB0F-EA77-B53177D23E4F}"/>
          </ac:picMkLst>
        </pc:picChg>
        <pc:picChg chg="add mod">
          <ac:chgData name="眞田 虎ノ輔(Toranosuke SANADA)" userId="2f79fbeb-5570-49cd-b835-953b11cb3971" providerId="ADAL" clId="{C8931B52-C276-4315-86DB-7B7E4B938ECB}" dt="2024-05-06T02:42:22.564" v="293" actId="14100"/>
          <ac:picMkLst>
            <pc:docMk/>
            <pc:sldMk cId="765017002" sldId="294"/>
            <ac:picMk id="6" creationId="{A4BA6701-01D8-AF3B-17A0-4F7E42230FFF}"/>
          </ac:picMkLst>
        </pc:picChg>
      </pc:sldChg>
      <pc:sldChg chg="addSp delSp modSp add mod">
        <pc:chgData name="眞田 虎ノ輔(Toranosuke SANADA)" userId="2f79fbeb-5570-49cd-b835-953b11cb3971" providerId="ADAL" clId="{C8931B52-C276-4315-86DB-7B7E4B938ECB}" dt="2024-05-06T02:43:44.963" v="414" actId="14100"/>
        <pc:sldMkLst>
          <pc:docMk/>
          <pc:sldMk cId="2781574445" sldId="295"/>
        </pc:sldMkLst>
        <pc:spChg chg="mod">
          <ac:chgData name="眞田 虎ノ輔(Toranosuke SANADA)" userId="2f79fbeb-5570-49cd-b835-953b11cb3971" providerId="ADAL" clId="{C8931B52-C276-4315-86DB-7B7E4B938ECB}" dt="2024-05-06T02:43:13.277" v="410" actId="20577"/>
          <ac:spMkLst>
            <pc:docMk/>
            <pc:sldMk cId="2781574445" sldId="295"/>
            <ac:spMk id="3" creationId="{CCEEB106-5C66-4B16-9C83-6861C569FE80}"/>
          </ac:spMkLst>
        </pc:spChg>
        <pc:picChg chg="add mod">
          <ac:chgData name="眞田 虎ノ輔(Toranosuke SANADA)" userId="2f79fbeb-5570-49cd-b835-953b11cb3971" providerId="ADAL" clId="{C8931B52-C276-4315-86DB-7B7E4B938ECB}" dt="2024-05-06T02:43:44.963" v="414" actId="14100"/>
          <ac:picMkLst>
            <pc:docMk/>
            <pc:sldMk cId="2781574445" sldId="295"/>
            <ac:picMk id="5" creationId="{B209C29B-9E53-0996-1C8F-DE13F1B75D24}"/>
          </ac:picMkLst>
        </pc:picChg>
        <pc:picChg chg="del">
          <ac:chgData name="眞田 虎ノ輔(Toranosuke SANADA)" userId="2f79fbeb-5570-49cd-b835-953b11cb3971" providerId="ADAL" clId="{C8931B52-C276-4315-86DB-7B7E4B938ECB}" dt="2024-05-06T02:43:39.931" v="412" actId="478"/>
          <ac:picMkLst>
            <pc:docMk/>
            <pc:sldMk cId="2781574445" sldId="295"/>
            <ac:picMk id="6" creationId="{A4BA6701-01D8-AF3B-17A0-4F7E42230FFF}"/>
          </ac:picMkLst>
        </pc:picChg>
      </pc:sldChg>
      <pc:sldChg chg="addSp delSp modSp add mod">
        <pc:chgData name="眞田 虎ノ輔(Toranosuke SANADA)" userId="2f79fbeb-5570-49cd-b835-953b11cb3971" providerId="ADAL" clId="{C8931B52-C276-4315-86DB-7B7E4B938ECB}" dt="2024-05-06T02:46:57.835" v="623" actId="1076"/>
        <pc:sldMkLst>
          <pc:docMk/>
          <pc:sldMk cId="756725358" sldId="296"/>
        </pc:sldMkLst>
        <pc:spChg chg="mod">
          <ac:chgData name="眞田 虎ノ輔(Toranosuke SANADA)" userId="2f79fbeb-5570-49cd-b835-953b11cb3971" providerId="ADAL" clId="{C8931B52-C276-4315-86DB-7B7E4B938ECB}" dt="2024-05-06T02:44:40.102" v="516" actId="20577"/>
          <ac:spMkLst>
            <pc:docMk/>
            <pc:sldMk cId="756725358" sldId="296"/>
            <ac:spMk id="3" creationId="{CCEEB106-5C66-4B16-9C83-6861C569FE80}"/>
          </ac:spMkLst>
        </pc:spChg>
        <pc:spChg chg="mod">
          <ac:chgData name="眞田 虎ノ輔(Toranosuke SANADA)" userId="2f79fbeb-5570-49cd-b835-953b11cb3971" providerId="ADAL" clId="{C8931B52-C276-4315-86DB-7B7E4B938ECB}" dt="2024-05-06T02:46:51.180" v="622" actId="6549"/>
          <ac:spMkLst>
            <pc:docMk/>
            <pc:sldMk cId="756725358" sldId="296"/>
            <ac:spMk id="4" creationId="{C4029049-CE12-407B-8075-983CA4939774}"/>
          </ac:spMkLst>
        </pc:spChg>
        <pc:picChg chg="del">
          <ac:chgData name="眞田 虎ノ輔(Toranosuke SANADA)" userId="2f79fbeb-5570-49cd-b835-953b11cb3971" providerId="ADAL" clId="{C8931B52-C276-4315-86DB-7B7E4B938ECB}" dt="2024-05-06T02:44:42.396" v="517" actId="478"/>
          <ac:picMkLst>
            <pc:docMk/>
            <pc:sldMk cId="756725358" sldId="296"/>
            <ac:picMk id="5" creationId="{B209C29B-9E53-0996-1C8F-DE13F1B75D24}"/>
          </ac:picMkLst>
        </pc:picChg>
        <pc:picChg chg="add mod">
          <ac:chgData name="眞田 虎ノ輔(Toranosuke SANADA)" userId="2f79fbeb-5570-49cd-b835-953b11cb3971" providerId="ADAL" clId="{C8931B52-C276-4315-86DB-7B7E4B938ECB}" dt="2024-05-06T02:46:57.835" v="623" actId="1076"/>
          <ac:picMkLst>
            <pc:docMk/>
            <pc:sldMk cId="756725358" sldId="296"/>
            <ac:picMk id="6" creationId="{8A032111-A8A1-F47C-89C3-AE66E83A4C1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247" cy="49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6" tIns="45658" rIns="91316" bIns="45658" numCol="1" anchor="t" anchorCtr="0" compatLnSpc="1">
            <a:prstTxWarp prst="textNoShape">
              <a:avLst/>
            </a:prstTxWarp>
          </a:bodyPr>
          <a:lstStyle>
            <a:lvl1pPr defTabSz="913080" eaLnBrk="1" hangingPunct="1">
              <a:spcBef>
                <a:spcPct val="50000"/>
              </a:spcBef>
              <a:defRPr sz="1200"/>
            </a:lvl1pPr>
          </a:lstStyle>
          <a:p>
            <a:endParaRPr lang="en-US" altLang="ja-JP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429" y="0"/>
            <a:ext cx="2946247" cy="49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6" tIns="45658" rIns="91316" bIns="45658" numCol="1" anchor="t" anchorCtr="0" compatLnSpc="1">
            <a:prstTxWarp prst="textNoShape">
              <a:avLst/>
            </a:prstTxWarp>
          </a:bodyPr>
          <a:lstStyle>
            <a:lvl1pPr algn="r" defTabSz="913080" eaLnBrk="1" hangingPunct="1">
              <a:spcBef>
                <a:spcPct val="50000"/>
              </a:spcBef>
              <a:defRPr sz="1200"/>
            </a:lvl1pPr>
          </a:lstStyle>
          <a:p>
            <a:endParaRPr lang="en-US" altLang="ja-JP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907"/>
            <a:ext cx="2946247" cy="49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6" tIns="45658" rIns="91316" bIns="45658" numCol="1" anchor="b" anchorCtr="0" compatLnSpc="1">
            <a:prstTxWarp prst="textNoShape">
              <a:avLst/>
            </a:prstTxWarp>
          </a:bodyPr>
          <a:lstStyle>
            <a:lvl1pPr defTabSz="913080" eaLnBrk="1" hangingPunct="1">
              <a:spcBef>
                <a:spcPct val="50000"/>
              </a:spcBef>
              <a:defRPr sz="1200"/>
            </a:lvl1pPr>
          </a:lstStyle>
          <a:p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429" y="9429907"/>
            <a:ext cx="2946247" cy="49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6" tIns="45658" rIns="91316" bIns="45658" numCol="1" anchor="b" anchorCtr="0" compatLnSpc="1">
            <a:prstTxWarp prst="textNoShape">
              <a:avLst/>
            </a:prstTxWarp>
          </a:bodyPr>
          <a:lstStyle>
            <a:lvl1pPr algn="r" defTabSz="913080" eaLnBrk="1" hangingPunct="1">
              <a:spcBef>
                <a:spcPct val="50000"/>
              </a:spcBef>
              <a:defRPr sz="1200"/>
            </a:lvl1pPr>
          </a:lstStyle>
          <a:p>
            <a:fld id="{B765F3BE-7F90-4776-88AA-F2F69ABBBAC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88585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247" cy="49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6" tIns="45658" rIns="91316" bIns="45658" numCol="1" anchor="t" anchorCtr="0" compatLnSpc="1">
            <a:prstTxWarp prst="textNoShape">
              <a:avLst/>
            </a:prstTxWarp>
          </a:bodyPr>
          <a:lstStyle>
            <a:lvl1pPr defTabSz="913080" eaLnBrk="1" hangingPunct="1">
              <a:spcBef>
                <a:spcPct val="50000"/>
              </a:spcBef>
              <a:defRPr sz="1200"/>
            </a:lvl1pPr>
          </a:lstStyle>
          <a:p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29" y="0"/>
            <a:ext cx="2946247" cy="49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6" tIns="45658" rIns="91316" bIns="45658" numCol="1" anchor="t" anchorCtr="0" compatLnSpc="1">
            <a:prstTxWarp prst="textNoShape">
              <a:avLst/>
            </a:prstTxWarp>
          </a:bodyPr>
          <a:lstStyle>
            <a:lvl1pPr algn="r" defTabSz="913080" eaLnBrk="1" hangingPunct="1">
              <a:spcBef>
                <a:spcPct val="50000"/>
              </a:spcBef>
              <a:defRPr sz="1200"/>
            </a:lvl1pPr>
          </a:lstStyle>
          <a:p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20750" y="746125"/>
            <a:ext cx="4959350" cy="3719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5" y="4714953"/>
            <a:ext cx="4984107" cy="446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6" tIns="45658" rIns="91316" bIns="456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907"/>
            <a:ext cx="2946247" cy="49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6" tIns="45658" rIns="91316" bIns="45658" numCol="1" anchor="b" anchorCtr="0" compatLnSpc="1">
            <a:prstTxWarp prst="textNoShape">
              <a:avLst/>
            </a:prstTxWarp>
          </a:bodyPr>
          <a:lstStyle>
            <a:lvl1pPr defTabSz="913080" eaLnBrk="1" hangingPunct="1">
              <a:spcBef>
                <a:spcPct val="50000"/>
              </a:spcBef>
              <a:defRPr sz="1200"/>
            </a:lvl1pPr>
          </a:lstStyle>
          <a:p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29" y="9429907"/>
            <a:ext cx="2946247" cy="49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16" tIns="45658" rIns="91316" bIns="45658" numCol="1" anchor="b" anchorCtr="0" compatLnSpc="1">
            <a:prstTxWarp prst="textNoShape">
              <a:avLst/>
            </a:prstTxWarp>
          </a:bodyPr>
          <a:lstStyle>
            <a:lvl1pPr algn="r" defTabSz="913080" eaLnBrk="1" hangingPunct="1">
              <a:spcBef>
                <a:spcPct val="50000"/>
              </a:spcBef>
              <a:defRPr sz="1200"/>
            </a:lvl1pPr>
          </a:lstStyle>
          <a:p>
            <a:fld id="{81BF2FEC-D053-4858-ABD4-EA8FD4E09C25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805471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anose="02020600040205080304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BF2FEC-D053-4858-ABD4-EA8FD4E09C25}" type="slidenum">
              <a:rPr lang="en-US" altLang="ja-JP" smtClean="0"/>
              <a:pPr/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20929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4" name="Rectangle 1052"/>
          <p:cNvSpPr>
            <a:spLocks noChangeArrowheads="1"/>
          </p:cNvSpPr>
          <p:nvPr userDrawn="1"/>
        </p:nvSpPr>
        <p:spPr bwMode="auto">
          <a:xfrm>
            <a:off x="0" y="1772816"/>
            <a:ext cx="9144000" cy="2052761"/>
          </a:xfrm>
          <a:prstGeom prst="rect">
            <a:avLst/>
          </a:prstGeom>
          <a:solidFill>
            <a:srgbClr val="50408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9219" name="Rectangle 1027"/>
          <p:cNvSpPr>
            <a:spLocks noGrp="1" noChangeArrowheads="1"/>
          </p:cNvSpPr>
          <p:nvPr>
            <p:ph type="ctrTitle"/>
          </p:nvPr>
        </p:nvSpPr>
        <p:spPr>
          <a:xfrm>
            <a:off x="557554" y="2128479"/>
            <a:ext cx="8028892" cy="1143000"/>
          </a:xfrm>
        </p:spPr>
        <p:txBody>
          <a:bodyPr/>
          <a:lstStyle>
            <a:lvl1pPr algn="ctr">
              <a:defRPr sz="3000">
                <a:latin typeface="ＭＳ Ｐゴシック" panose="020B0600070205080204" pitchFamily="50" charset="-128"/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421989" y="4936518"/>
            <a:ext cx="1164760" cy="369824"/>
          </a:xfrm>
          <a:prstGeom prst="rect">
            <a:avLst/>
          </a:prstGeom>
          <a:solidFill>
            <a:schemeClr val="tx1"/>
          </a:solidFill>
          <a:ln>
            <a:solidFill>
              <a:srgbClr val="504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0" baseline="0">
                <a:solidFill>
                  <a:srgbClr val="1A1A1A"/>
                </a:solidFill>
                <a:ea typeface="Meiryo UI" panose="020B0604030504040204" pitchFamily="50" charset="-128"/>
              </a:rPr>
              <a:t>Authorizer</a:t>
            </a:r>
            <a:endParaRPr kumimoji="1" lang="ja-JP" altLang="en-US" sz="1100" b="0" baseline="0" dirty="0">
              <a:solidFill>
                <a:srgbClr val="1A1A1A"/>
              </a:solidFill>
              <a:ea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>
            <a:off x="4572000" y="4936518"/>
            <a:ext cx="1164760" cy="369824"/>
          </a:xfrm>
          <a:prstGeom prst="rect">
            <a:avLst/>
          </a:prstGeom>
          <a:solidFill>
            <a:schemeClr val="tx1"/>
          </a:solidFill>
          <a:ln>
            <a:solidFill>
              <a:srgbClr val="504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0" baseline="0" dirty="0">
                <a:solidFill>
                  <a:srgbClr val="1A1A1A"/>
                </a:solidFill>
                <a:ea typeface="Meiryo UI" panose="020B0604030504040204" pitchFamily="50" charset="-128"/>
              </a:rPr>
              <a:t>Writer</a:t>
            </a:r>
            <a:endParaRPr kumimoji="1" lang="ja-JP" altLang="en-US" sz="1100" b="0" baseline="0" dirty="0">
              <a:solidFill>
                <a:srgbClr val="1A1A1A"/>
              </a:solidFill>
              <a:ea typeface="Meiryo UI" panose="020B0604030504040204" pitchFamily="50" charset="-128"/>
            </a:endParaRPr>
          </a:p>
        </p:txBody>
      </p:sp>
      <p:sp>
        <p:nvSpPr>
          <p:cNvPr id="10" name="正方形/長方形 9"/>
          <p:cNvSpPr/>
          <p:nvPr userDrawn="1"/>
        </p:nvSpPr>
        <p:spPr>
          <a:xfrm>
            <a:off x="3421989" y="5306341"/>
            <a:ext cx="1164760" cy="606935"/>
          </a:xfrm>
          <a:prstGeom prst="rect">
            <a:avLst/>
          </a:prstGeom>
          <a:solidFill>
            <a:schemeClr val="tx1"/>
          </a:solidFill>
          <a:ln>
            <a:solidFill>
              <a:srgbClr val="504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b="0" baseline="0" dirty="0">
              <a:solidFill>
                <a:schemeClr val="tx1"/>
              </a:solidFill>
              <a:ea typeface="Meiryo UI" panose="020B0604030504040204" pitchFamily="50" charset="-128"/>
            </a:endParaRPr>
          </a:p>
        </p:txBody>
      </p:sp>
      <p:sp>
        <p:nvSpPr>
          <p:cNvPr id="11" name="正方形/長方形 10"/>
          <p:cNvSpPr/>
          <p:nvPr userDrawn="1"/>
        </p:nvSpPr>
        <p:spPr>
          <a:xfrm>
            <a:off x="4572000" y="5306341"/>
            <a:ext cx="1164760" cy="606935"/>
          </a:xfrm>
          <a:prstGeom prst="rect">
            <a:avLst/>
          </a:prstGeom>
          <a:solidFill>
            <a:schemeClr val="tx1"/>
          </a:solidFill>
          <a:ln>
            <a:solidFill>
              <a:srgbClr val="5040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b="0" baseline="0" dirty="0">
              <a:solidFill>
                <a:schemeClr val="tx1"/>
              </a:solidFill>
              <a:ea typeface="Meiryo UI" panose="020B0604030504040204" pitchFamily="50" charset="-128"/>
            </a:endParaRPr>
          </a:p>
        </p:txBody>
      </p:sp>
      <p:sp>
        <p:nvSpPr>
          <p:cNvPr id="12" name="テキスト プレースホルダー 2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530632" y="5359262"/>
            <a:ext cx="960107" cy="504057"/>
          </a:xfrm>
        </p:spPr>
        <p:txBody>
          <a:bodyPr lIns="0" rIns="0" anchor="ctr" anchorCtr="0"/>
          <a:lstStyle>
            <a:lvl1pPr marL="0" indent="0" algn="ctr">
              <a:buNone/>
              <a:defRPr sz="1000" b="0">
                <a:solidFill>
                  <a:srgbClr val="1A1A1A"/>
                </a:solidFill>
                <a:effectLst/>
              </a:defRPr>
            </a:lvl1pPr>
            <a:lvl2pPr marL="271463" indent="0">
              <a:buNone/>
              <a:defRPr/>
            </a:lvl2pPr>
            <a:lvl3pPr marL="627063" indent="0">
              <a:buNone/>
              <a:defRPr/>
            </a:lvl3pPr>
            <a:lvl4pPr marL="808038" indent="0">
              <a:buNone/>
              <a:defRPr/>
            </a:lvl4pPr>
            <a:lvl5pPr marL="982662" indent="0">
              <a:buNone/>
              <a:defRPr/>
            </a:lvl5pPr>
          </a:lstStyle>
          <a:p>
            <a:pPr lvl="0"/>
            <a:r>
              <a:rPr kumimoji="1" lang="ja-JP" altLang="en-US" dirty="0"/>
              <a:t>承認者名</a:t>
            </a:r>
          </a:p>
        </p:txBody>
      </p:sp>
      <p:sp>
        <p:nvSpPr>
          <p:cNvPr id="13" name="テキスト プレースホルダー 26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668010" y="5357781"/>
            <a:ext cx="960107" cy="504057"/>
          </a:xfrm>
        </p:spPr>
        <p:txBody>
          <a:bodyPr lIns="0" rIns="0" anchor="ctr" anchorCtr="0"/>
          <a:lstStyle>
            <a:lvl1pPr marL="0" indent="0" algn="ctr">
              <a:buNone/>
              <a:defRPr sz="1000" b="0">
                <a:solidFill>
                  <a:srgbClr val="1A1A1A"/>
                </a:solidFill>
                <a:effectLst/>
              </a:defRPr>
            </a:lvl1pPr>
            <a:lvl2pPr marL="271463" indent="0">
              <a:buNone/>
              <a:defRPr/>
            </a:lvl2pPr>
            <a:lvl3pPr marL="627063" indent="0">
              <a:buNone/>
              <a:defRPr/>
            </a:lvl3pPr>
            <a:lvl4pPr marL="808038" indent="0">
              <a:buNone/>
              <a:defRPr/>
            </a:lvl4pPr>
            <a:lvl5pPr marL="982662" indent="0">
              <a:buNone/>
              <a:defRPr/>
            </a:lvl5pPr>
          </a:lstStyle>
          <a:p>
            <a:pPr lvl="0"/>
            <a:r>
              <a:rPr kumimoji="1" lang="ja-JP" altLang="en-US" dirty="0"/>
              <a:t>作成者名</a:t>
            </a:r>
          </a:p>
        </p:txBody>
      </p:sp>
      <p:sp>
        <p:nvSpPr>
          <p:cNvPr id="14" name="テキスト プレースホルダー 26"/>
          <p:cNvSpPr>
            <a:spLocks noGrp="1"/>
          </p:cNvSpPr>
          <p:nvPr>
            <p:ph type="body" sz="quarter" idx="10" hasCustomPrompt="1"/>
          </p:nvPr>
        </p:nvSpPr>
        <p:spPr>
          <a:xfrm>
            <a:off x="2603500" y="4247158"/>
            <a:ext cx="3937000" cy="333970"/>
          </a:xfrm>
          <a:effectLst/>
        </p:spPr>
        <p:txBody>
          <a:bodyPr anchor="ctr" anchorCtr="0"/>
          <a:lstStyle>
            <a:lvl1pPr marL="0" indent="0" algn="ctr">
              <a:buNone/>
              <a:defRPr sz="1800" b="0">
                <a:effectLst/>
              </a:defRPr>
            </a:lvl1pPr>
            <a:lvl2pPr marL="271463" indent="0">
              <a:buNone/>
              <a:defRPr/>
            </a:lvl2pPr>
            <a:lvl3pPr marL="627063" indent="0">
              <a:buNone/>
              <a:defRPr/>
            </a:lvl3pPr>
            <a:lvl4pPr marL="808038" indent="0">
              <a:buNone/>
              <a:defRPr/>
            </a:lvl4pPr>
            <a:lvl5pPr marL="982662" indent="0">
              <a:buNone/>
              <a:defRPr/>
            </a:lvl5pPr>
          </a:lstStyle>
          <a:p>
            <a:pPr lvl="0"/>
            <a:r>
              <a:rPr kumimoji="1" lang="en-US" altLang="ja-JP" dirty="0"/>
              <a:t>Revision</a:t>
            </a:r>
            <a:r>
              <a:rPr kumimoji="1" lang="ja-JP" altLang="en-US" dirty="0"/>
              <a:t>記入 </a:t>
            </a:r>
            <a:r>
              <a:rPr kumimoji="1" lang="en-US" altLang="ja-JP" dirty="0"/>
              <a:t>or </a:t>
            </a:r>
            <a:r>
              <a:rPr kumimoji="1" lang="ja-JP" altLang="en-US" dirty="0"/>
              <a:t>更新日付</a:t>
            </a:r>
          </a:p>
        </p:txBody>
      </p:sp>
      <p:sp>
        <p:nvSpPr>
          <p:cNvPr id="2" name="正方形/長方形 1"/>
          <p:cNvSpPr/>
          <p:nvPr userDrawn="1"/>
        </p:nvSpPr>
        <p:spPr>
          <a:xfrm>
            <a:off x="5364088" y="3429000"/>
            <a:ext cx="3707904" cy="359073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 algn="r" eaLnBrk="1" hangingPunct="1">
              <a:lnSpc>
                <a:spcPts val="1400"/>
              </a:lnSpc>
              <a:spcBef>
                <a:spcPts val="0"/>
              </a:spcBef>
            </a:pPr>
            <a:r>
              <a:rPr kumimoji="1" lang="en-US" altLang="ja-JP" sz="900" b="0" i="0" kern="1200" baseline="0" dirty="0">
                <a:solidFill>
                  <a:schemeClr val="tx1"/>
                </a:solidFill>
                <a:latin typeface="+mn-lt"/>
                <a:ea typeface="ＭＳ Ｐゴシック" panose="020B0600070205080204" pitchFamily="50" charset="-128"/>
                <a:cs typeface="+mn-cs"/>
              </a:rPr>
              <a:t>Cleanroom</a:t>
            </a:r>
            <a:r>
              <a:rPr kumimoji="1" lang="ja-JP" altLang="en-US" sz="900" b="0" i="0" kern="1200" baseline="0" dirty="0">
                <a:solidFill>
                  <a:schemeClr val="tx1"/>
                </a:solidFill>
                <a:latin typeface="+mn-lt"/>
                <a:ea typeface="ＭＳ Ｐゴシック" panose="020B0600070205080204" pitchFamily="50" charset="-128"/>
                <a:cs typeface="+mn-cs"/>
              </a:rPr>
              <a:t> </a:t>
            </a:r>
            <a:r>
              <a:rPr kumimoji="1" lang="en-US" altLang="ja-JP" sz="900" b="0" i="0" kern="1200" baseline="0" dirty="0">
                <a:solidFill>
                  <a:schemeClr val="tx1"/>
                </a:solidFill>
                <a:latin typeface="+mn-lt"/>
                <a:ea typeface="ＭＳ Ｐゴシック" panose="020B0600070205080204" pitchFamily="50" charset="-128"/>
                <a:cs typeface="+mn-cs"/>
              </a:rPr>
              <a:t>Division</a:t>
            </a:r>
          </a:p>
          <a:p>
            <a:pPr marL="0" marR="0" lvl="0" indent="0" algn="r" defTabSz="914400" rtl="0" eaLnBrk="1" fontAlgn="base" latinLnBrk="0" hangingPunct="1">
              <a:lnSpc>
                <a:spcPts val="1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1" dirty="0">
                <a:latin typeface="+mn-lt"/>
              </a:rPr>
              <a:t>System Software Department</a:t>
            </a:r>
            <a:endParaRPr kumimoji="1" lang="ja-JP" altLang="en-US" sz="1200" b="1" dirty="0">
              <a:latin typeface="+mn-lt"/>
            </a:endParaRP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5" hasCustomPrompt="1"/>
          </p:nvPr>
        </p:nvSpPr>
        <p:spPr>
          <a:xfrm>
            <a:off x="179388" y="152400"/>
            <a:ext cx="4392612" cy="3238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kumimoji="1" lang="ja-JP" altLang="en-US" dirty="0"/>
              <a:t>提出先名もしくは製番 番号記載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845CCEE-D3C1-4A96-8ECD-617EA1B46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2499" y="1081047"/>
            <a:ext cx="2929493" cy="69176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E53C2E0-88AB-4B91-A35D-48C58F0420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68212" y="5550150"/>
            <a:ext cx="1004862" cy="1198864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F2325DF-1C39-4D3E-B27E-8BEBD25A2B6A}"/>
              </a:ext>
            </a:extLst>
          </p:cNvPr>
          <p:cNvGrpSpPr/>
          <p:nvPr userDrawn="1"/>
        </p:nvGrpSpPr>
        <p:grpSpPr>
          <a:xfrm>
            <a:off x="7704324" y="2046"/>
            <a:ext cx="1439676" cy="545182"/>
            <a:chOff x="6948263" y="1569424"/>
            <a:chExt cx="1439676" cy="545182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6FC481A-BBAA-43B4-82B1-A5642AB26781}"/>
                </a:ext>
              </a:extLst>
            </p:cNvPr>
            <p:cNvSpPr/>
            <p:nvPr userDrawn="1"/>
          </p:nvSpPr>
          <p:spPr bwMode="auto">
            <a:xfrm>
              <a:off x="6948264" y="1569424"/>
              <a:ext cx="1439675" cy="545182"/>
            </a:xfrm>
            <a:prstGeom prst="rect">
              <a:avLst/>
            </a:prstGeom>
            <a:solidFill>
              <a:srgbClr val="CB091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 </a:t>
              </a:r>
              <a:r>
                <a:rPr kumimoji="1" lang="zh-TW" altLang="ja-JP" sz="1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秘</a:t>
              </a:r>
              <a:r>
                <a:rPr kumimoji="1" lang="zh-TW" altLang="ja-JP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（机密</a:t>
              </a:r>
              <a:r>
                <a:rPr kumimoji="1" lang="en-US" altLang="ja-JP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/</a:t>
              </a:r>
              <a:r>
                <a:rPr kumimoji="1" lang="zh-TW" altLang="ja-JP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機密）</a:t>
              </a:r>
              <a:endParaRPr kumimoji="1"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1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CONFIDENTIAL</a:t>
              </a:r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16783E7B-2E1C-4AA1-8567-E3A853B8D6AD}"/>
                </a:ext>
              </a:extLst>
            </p:cNvPr>
            <p:cNvCxnSpPr/>
            <p:nvPr userDrawn="1"/>
          </p:nvCxnSpPr>
          <p:spPr bwMode="auto">
            <a:xfrm>
              <a:off x="6948263" y="1878330"/>
              <a:ext cx="143967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9" name="図 18">
            <a:extLst>
              <a:ext uri="{FF2B5EF4-FFF2-40B4-BE49-F238E27FC236}">
                <a16:creationId xmlns:a16="http://schemas.microsoft.com/office/drawing/2014/main" id="{B2B8C2C2-54A8-4A15-8102-922F0D618D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3775" y="6483692"/>
            <a:ext cx="3247833" cy="2899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64142B-7030-44AA-B059-AE1B9F19BF30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3650"/>
            <a:ext cx="7200800" cy="396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9" name="コンテンツ プレースホルダー 8"/>
          <p:cNvSpPr>
            <a:spLocks noGrp="1"/>
          </p:cNvSpPr>
          <p:nvPr>
            <p:ph sz="quarter" idx="11"/>
          </p:nvPr>
        </p:nvSpPr>
        <p:spPr>
          <a:xfrm>
            <a:off x="423600" y="761206"/>
            <a:ext cx="8252856" cy="540409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8044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9C7092-2208-4AAD-BB7F-CE99C74743EE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4109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95536" y="764704"/>
            <a:ext cx="4104456" cy="53355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4008" y="764703"/>
            <a:ext cx="4125028" cy="53355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05003B-83BD-4D2E-A5EC-DC65F97CB1D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2383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95536" y="620688"/>
            <a:ext cx="8352928" cy="100811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95536" y="1681163"/>
            <a:ext cx="410343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95536" y="2505075"/>
            <a:ext cx="4103439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1193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4119314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ABFF50-DDCA-4D7A-B8AD-205F7BE4A47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0056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700EE8F-B00F-4C1F-8CA0-C41B2660CEBA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9201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0A2E32D-6EAF-40DD-B0E6-9C834BA881F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785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620688"/>
            <a:ext cx="2949575" cy="14367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788" y="620688"/>
            <a:ext cx="5004692" cy="5616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399"/>
            <a:ext cx="2949575" cy="28837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C708193-4953-4B21-BF43-B934E56FDD0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5488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692696"/>
            <a:ext cx="2949575" cy="136470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788" y="692696"/>
            <a:ext cx="5004692" cy="55446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288376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DC22356-4D14-4347-92D7-46DBC7E5EB5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65617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ectangle 34"/>
          <p:cNvSpPr>
            <a:spLocks noChangeArrowheads="1"/>
          </p:cNvSpPr>
          <p:nvPr userDrawn="1"/>
        </p:nvSpPr>
        <p:spPr bwMode="auto">
          <a:xfrm>
            <a:off x="0" y="0"/>
            <a:ext cx="9144000" cy="549275"/>
          </a:xfrm>
          <a:prstGeom prst="rect">
            <a:avLst/>
          </a:prstGeom>
          <a:solidFill>
            <a:srgbClr val="50408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804E761-4797-43F7-BE37-ECC4748BBB3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467182" y="6403325"/>
            <a:ext cx="1643328" cy="388056"/>
          </a:xfrm>
          <a:prstGeom prst="rect">
            <a:avLst/>
          </a:prstGeom>
        </p:spPr>
      </p:pic>
      <p:sp>
        <p:nvSpPr>
          <p:cNvPr id="1027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423600" y="761206"/>
            <a:ext cx="8252856" cy="5404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マスターテキストの書式設定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026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323529" y="113650"/>
            <a:ext cx="7200800" cy="396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マスタータイトルの書式設定</a:t>
            </a:r>
          </a:p>
        </p:txBody>
      </p:sp>
      <p:sp>
        <p:nvSpPr>
          <p:cNvPr id="1046" name="Rectangle 22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2831588" y="6472934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i="1">
                <a:solidFill>
                  <a:schemeClr val="bg1"/>
                </a:solidFill>
              </a:defRPr>
            </a:lvl1pPr>
          </a:lstStyle>
          <a:p>
            <a:fld id="{0BD9256C-50DB-47D1-AA3B-EF16AABB38F8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  <p:cxnSp>
        <p:nvCxnSpPr>
          <p:cNvPr id="3" name="直線コネクタ 2"/>
          <p:cNvCxnSpPr/>
          <p:nvPr userDrawn="1"/>
        </p:nvCxnSpPr>
        <p:spPr bwMode="auto">
          <a:xfrm>
            <a:off x="45445" y="6381328"/>
            <a:ext cx="9053109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50408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 Box 112">
            <a:extLst>
              <a:ext uri="{FF2B5EF4-FFF2-40B4-BE49-F238E27FC236}">
                <a16:creationId xmlns:a16="http://schemas.microsoft.com/office/drawing/2014/main" id="{5ACBFF20-5DE4-42BC-A861-57C1AFAA0AB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70688" y="6777209"/>
            <a:ext cx="1259550" cy="60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 anchor="ctr"/>
          <a:lstStyle/>
          <a:p>
            <a:pPr algn="r">
              <a:lnSpc>
                <a:spcPts val="900"/>
              </a:lnSpc>
              <a:spcBef>
                <a:spcPts val="0"/>
              </a:spcBef>
              <a:defRPr/>
            </a:pPr>
            <a:r>
              <a:rPr lang="en-US" altLang="ja-JP" sz="600" b="0" i="0" dirty="0">
                <a:solidFill>
                  <a:srgbClr val="9FA0A0"/>
                </a:solidFill>
                <a:effectLst/>
                <a:latin typeface="Arial Narrow" panose="020B0606020202030204" pitchFamily="34" charset="0"/>
                <a:ea typeface="MS UI Gothic" panose="020B0600070205080204" pitchFamily="50" charset="-128"/>
              </a:rPr>
              <a:t>System Software Department</a:t>
            </a:r>
            <a:endParaRPr lang="ja-JP" altLang="en-US" sz="600" b="0" i="0" dirty="0">
              <a:solidFill>
                <a:srgbClr val="9FA0A0"/>
              </a:solidFill>
              <a:effectLst/>
              <a:latin typeface="Arial Narrow" panose="020B0606020202030204" pitchFamily="34" charset="0"/>
              <a:ea typeface="MS UI Gothic" panose="020B0600070205080204" pitchFamily="50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1721885-07E9-4219-A644-0632E1C4D06B}"/>
              </a:ext>
            </a:extLst>
          </p:cNvPr>
          <p:cNvGrpSpPr/>
          <p:nvPr userDrawn="1"/>
        </p:nvGrpSpPr>
        <p:grpSpPr>
          <a:xfrm>
            <a:off x="7704324" y="2046"/>
            <a:ext cx="1439676" cy="545182"/>
            <a:chOff x="6948263" y="1569424"/>
            <a:chExt cx="1439676" cy="545182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E7B2892-D72E-4CFA-9468-0B31A4C77832}"/>
                </a:ext>
              </a:extLst>
            </p:cNvPr>
            <p:cNvSpPr/>
            <p:nvPr userDrawn="1"/>
          </p:nvSpPr>
          <p:spPr bwMode="auto">
            <a:xfrm>
              <a:off x="6948264" y="1569424"/>
              <a:ext cx="1439675" cy="545182"/>
            </a:xfrm>
            <a:prstGeom prst="rect">
              <a:avLst/>
            </a:prstGeom>
            <a:solidFill>
              <a:srgbClr val="CB0913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 </a:t>
              </a:r>
              <a:r>
                <a:rPr kumimoji="1" lang="zh-TW" altLang="ja-JP" sz="1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秘</a:t>
              </a:r>
              <a:r>
                <a:rPr kumimoji="1" lang="zh-TW" altLang="ja-JP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（机密</a:t>
              </a:r>
              <a:r>
                <a:rPr kumimoji="1" lang="en-US" altLang="ja-JP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/</a:t>
              </a:r>
              <a:r>
                <a:rPr kumimoji="1" lang="zh-TW" altLang="ja-JP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機密）</a:t>
              </a:r>
              <a:endParaRPr kumimoji="1"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1" kern="1200" baseline="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CONFIDENTIAL</a:t>
              </a: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2E5FD59-8622-40EB-B2B3-2727911EF50D}"/>
                </a:ext>
              </a:extLst>
            </p:cNvPr>
            <p:cNvCxnSpPr/>
            <p:nvPr userDrawn="1"/>
          </p:nvCxnSpPr>
          <p:spPr bwMode="auto">
            <a:xfrm>
              <a:off x="6948263" y="1878330"/>
              <a:ext cx="143967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5" name="図 14">
            <a:extLst>
              <a:ext uri="{FF2B5EF4-FFF2-40B4-BE49-F238E27FC236}">
                <a16:creationId xmlns:a16="http://schemas.microsoft.com/office/drawing/2014/main" id="{6BAD2438-9F02-45C6-B746-7D3CA0472EB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63775" y="6483692"/>
            <a:ext cx="3247833" cy="289928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>
          <a:solidFill>
            <a:schemeClr val="tx1"/>
          </a:solidFill>
          <a:latin typeface="Times New Roman" panose="02020603050405020304" pitchFamily="18" charset="0"/>
          <a:ea typeface="ＭＳ Ｐゴシック" panose="020B0600070205080204" pitchFamily="50" charset="-128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504084"/>
        </a:buClr>
        <a:buFont typeface="Wingdings" panose="05000000000000000000" pitchFamily="2" charset="2"/>
        <a:buChar char="u"/>
        <a:defRPr kumimoji="1" sz="20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46088" indent="-265113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kumimoji="1"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360363" indent="177800" algn="l" rtl="0" eaLnBrk="1" fontAlgn="base" hangingPunct="1">
        <a:spcBef>
          <a:spcPct val="20000"/>
        </a:spcBef>
        <a:spcAft>
          <a:spcPct val="0"/>
        </a:spcAft>
        <a:buChar char="•"/>
        <a:defRPr kumimoji="1"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630238" indent="-184150" algn="l" rtl="0" eaLnBrk="1" fontAlgn="base" hangingPunct="1">
        <a:spcBef>
          <a:spcPct val="20000"/>
        </a:spcBef>
        <a:spcAft>
          <a:spcPct val="0"/>
        </a:spcAft>
        <a:buChar char="–"/>
        <a:defRPr kumimoji="1"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630238" indent="-184150" algn="l" rtl="0" eaLnBrk="1" fontAlgn="base" hangingPunct="1">
        <a:spcBef>
          <a:spcPct val="20000"/>
        </a:spcBef>
        <a:spcAft>
          <a:spcPct val="0"/>
        </a:spcAft>
        <a:buChar char="»"/>
        <a:defRPr kumimoji="1"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557554" y="2128479"/>
            <a:ext cx="8028892" cy="1143000"/>
          </a:xfrm>
        </p:spPr>
        <p:txBody>
          <a:bodyPr/>
          <a:lstStyle/>
          <a:p>
            <a:r>
              <a:rPr lang="en-US" altLang="ja-JP" b="1" dirty="0"/>
              <a:t>NPC(N</a:t>
            </a:r>
            <a:r>
              <a:rPr lang="ja-JP" altLang="en-US" b="1" dirty="0"/>
              <a:t>₂</a:t>
            </a:r>
            <a:r>
              <a:rPr lang="en-US" altLang="ja-JP" b="1" dirty="0"/>
              <a:t>PurgeController)</a:t>
            </a:r>
            <a:br>
              <a:rPr lang="en-US" altLang="ja-JP" b="1" dirty="0"/>
            </a:br>
            <a:r>
              <a:rPr lang="zh-CN" altLang="en-US" b="1" dirty="0"/>
              <a:t>搬送</a:t>
            </a:r>
            <a:r>
              <a:rPr lang="ja-JP" altLang="en-US" b="1" dirty="0"/>
              <a:t>控制规格</a:t>
            </a:r>
            <a:endParaRPr kumimoji="1" lang="ja-JP" altLang="en-US" sz="1600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-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/>
              <a:t>T.</a:t>
            </a:r>
            <a:r>
              <a:rPr lang="en-US" altLang="ja-JP" dirty="0"/>
              <a:t>Sanada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0"/>
          </p:nvPr>
        </p:nvSpPr>
        <p:spPr>
          <a:xfrm>
            <a:off x="2603500" y="4247158"/>
            <a:ext cx="3937000" cy="333970"/>
          </a:xfrm>
        </p:spPr>
        <p:txBody>
          <a:bodyPr/>
          <a:lstStyle/>
          <a:p>
            <a:r>
              <a:rPr kumimoji="1" lang="en-US" altLang="ja-JP" dirty="0"/>
              <a:t>Rev.01 : 2024.11.19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ja-JP" b="1" dirty="0"/>
              <a:t>HHCD</a:t>
            </a:r>
            <a:endParaRPr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64407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029049-CE12-407B-8075-983CA49397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0" y="607706"/>
            <a:ext cx="9144000" cy="5701614"/>
          </a:xfrm>
        </p:spPr>
        <p:txBody>
          <a:bodyPr>
            <a:normAutofit/>
          </a:bodyPr>
          <a:lstStyle/>
          <a:p>
            <a:r>
              <a:rPr lang="en-US" altLang="ja-JP" sz="2400" dirty="0">
                <a:latin typeface="Meiryo UI 本文"/>
              </a:rPr>
              <a:t>xMCS</a:t>
            </a:r>
          </a:p>
          <a:p>
            <a:pPr marL="0" indent="0">
              <a:buNone/>
            </a:pPr>
            <a:r>
              <a:rPr lang="ja-JP" altLang="en-US" sz="1800" b="0" dirty="0">
                <a:latin typeface="Meiryo UI 本文"/>
              </a:rPr>
              <a:t>在</a:t>
            </a:r>
            <a:r>
              <a:rPr lang="en-US" altLang="ja-JP" sz="1800" b="0" dirty="0">
                <a:latin typeface="Meiryo UI 本文"/>
              </a:rPr>
              <a:t>PurgeOHB</a:t>
            </a:r>
            <a:r>
              <a:rPr lang="ja-JP" altLang="en-US" sz="1800" b="0" dirty="0">
                <a:latin typeface="Meiryo UI 本文"/>
              </a:rPr>
              <a:t>上创建</a:t>
            </a:r>
            <a:r>
              <a:rPr lang="en-US" altLang="ja-JP" sz="1800" b="0" dirty="0">
                <a:latin typeface="Meiryo UI 本文"/>
              </a:rPr>
              <a:t>FOUP</a:t>
            </a:r>
            <a:r>
              <a:rPr lang="zh-CN" altLang="en-US" sz="1800" b="0" dirty="0">
                <a:latin typeface="Meiryo UI 本文"/>
              </a:rPr>
              <a:t>资料的时间点，会</a:t>
            </a:r>
            <a:r>
              <a:rPr lang="ja-JP" altLang="en-US" sz="1800" b="0" dirty="0">
                <a:latin typeface="Meiryo UI 本文"/>
              </a:rPr>
              <a:t>向</a:t>
            </a:r>
            <a:r>
              <a:rPr lang="en-US" altLang="ja-JP" sz="1800" b="0" dirty="0">
                <a:latin typeface="Meiryo UI 本文"/>
              </a:rPr>
              <a:t>NPC</a:t>
            </a:r>
            <a:r>
              <a:rPr lang="ja-JP" altLang="en-US" sz="1800" b="0" dirty="0">
                <a:latin typeface="Meiryo UI 本文"/>
              </a:rPr>
              <a:t>发送在荷确认</a:t>
            </a:r>
            <a:r>
              <a:rPr lang="zh-CN" altLang="en-US" sz="1800" b="0" dirty="0">
                <a:latin typeface="Meiryo UI 本文"/>
              </a:rPr>
              <a:t>的</a:t>
            </a:r>
            <a:r>
              <a:rPr lang="en-US" altLang="ja-JP" sz="1800" b="0" dirty="0">
                <a:latin typeface="Meiryo UI 本文"/>
              </a:rPr>
              <a:t>RemoteCommand(S2F41 PLACE_CARRIER)</a:t>
            </a:r>
            <a:r>
              <a:rPr lang="ja-JP" altLang="en-US" sz="1800" b="0" dirty="0">
                <a:latin typeface="Meiryo UI 本文"/>
              </a:rPr>
              <a:t>。</a:t>
            </a:r>
            <a:endParaRPr lang="en-US" altLang="ja-JP" sz="1800" b="0" dirty="0">
              <a:latin typeface="Meiryo UI 本文"/>
            </a:endParaRPr>
          </a:p>
          <a:p>
            <a:pPr marL="0" indent="0">
              <a:buNone/>
            </a:pPr>
            <a:endParaRPr lang="en-US" altLang="ja-JP" dirty="0">
              <a:latin typeface="Meiryo UI 本文"/>
            </a:endParaRPr>
          </a:p>
          <a:p>
            <a:r>
              <a:rPr lang="en-US" altLang="ja-JP" sz="2400" dirty="0">
                <a:latin typeface="Meiryo UI 本文"/>
              </a:rPr>
              <a:t>NPC</a:t>
            </a:r>
          </a:p>
          <a:p>
            <a:pPr marL="0" indent="0">
              <a:buNone/>
            </a:pPr>
            <a:r>
              <a:rPr lang="en-US" altLang="ja-JP" sz="1800" b="0" dirty="0">
                <a:latin typeface="Meiryo UI 本文"/>
              </a:rPr>
              <a:t>1) </a:t>
            </a:r>
            <a:r>
              <a:rPr lang="zh-CN" altLang="en-US" sz="1800" b="0" dirty="0">
                <a:latin typeface="Meiryo UI 本文"/>
              </a:rPr>
              <a:t>当收到</a:t>
            </a:r>
            <a:r>
              <a:rPr lang="en-US" altLang="zh-CN" sz="1800" b="0" dirty="0">
                <a:latin typeface="Meiryo UI 本文"/>
              </a:rPr>
              <a:t>xMCS</a:t>
            </a:r>
            <a:r>
              <a:rPr lang="zh-CN" altLang="en-US" sz="1800" b="0" dirty="0">
                <a:latin typeface="Meiryo UI 本文"/>
              </a:rPr>
              <a:t>发的</a:t>
            </a:r>
            <a:r>
              <a:rPr lang="ja-JP" altLang="en-US" sz="1800" b="0" dirty="0">
                <a:latin typeface="Meiryo UI 本文"/>
              </a:rPr>
              <a:t>在荷</a:t>
            </a:r>
            <a:r>
              <a:rPr lang="zh-CN" altLang="en-US" sz="1800" b="0" dirty="0">
                <a:latin typeface="Meiryo UI 本文"/>
              </a:rPr>
              <a:t>确认的</a:t>
            </a:r>
            <a:r>
              <a:rPr lang="en-US" altLang="zh-CN" sz="1800" b="0" dirty="0">
                <a:latin typeface="Meiryo UI 本文"/>
              </a:rPr>
              <a:t>RemoteCommand</a:t>
            </a:r>
            <a:r>
              <a:rPr lang="zh-CN" altLang="en-US" sz="1800" b="0" dirty="0">
                <a:latin typeface="Meiryo UI 本文"/>
              </a:rPr>
              <a:t>后，就会通过</a:t>
            </a:r>
            <a:r>
              <a:rPr lang="en-US" altLang="zh-CN" sz="1800" b="0" dirty="0">
                <a:latin typeface="Meiryo UI 本文"/>
              </a:rPr>
              <a:t>Sensor</a:t>
            </a:r>
            <a:r>
              <a:rPr lang="zh-CN" altLang="en-US" sz="1800" b="0" dirty="0">
                <a:latin typeface="Meiryo UI 本文"/>
              </a:rPr>
              <a:t>来进行</a:t>
            </a:r>
            <a:r>
              <a:rPr lang="ja-JP" altLang="en-US" sz="1800" b="0" dirty="0">
                <a:latin typeface="Meiryo UI 本文"/>
              </a:rPr>
              <a:t>在荷</a:t>
            </a:r>
            <a:r>
              <a:rPr lang="zh-CN" altLang="en-US" sz="1800" b="0" dirty="0">
                <a:latin typeface="Meiryo UI 本文"/>
              </a:rPr>
              <a:t>确认。</a:t>
            </a:r>
            <a:endParaRPr lang="en-US" altLang="zh-CN" sz="1800" b="0" dirty="0">
              <a:latin typeface="Meiryo UI 本文"/>
            </a:endParaRPr>
          </a:p>
          <a:p>
            <a:pPr marL="0" indent="0">
              <a:buNone/>
            </a:pPr>
            <a:r>
              <a:rPr lang="en-US" altLang="ja-JP" sz="1800" b="0" dirty="0">
                <a:latin typeface="Meiryo UI 本文"/>
              </a:rPr>
              <a:t>2) </a:t>
            </a:r>
            <a:r>
              <a:rPr lang="zh-CN" altLang="en-US" sz="1800" b="0" dirty="0">
                <a:latin typeface="Meiryo UI 本文"/>
              </a:rPr>
              <a:t>如果</a:t>
            </a:r>
            <a:r>
              <a:rPr lang="en-US" altLang="zh-CN" sz="1800" b="0" dirty="0">
                <a:latin typeface="Meiryo UI 本文"/>
              </a:rPr>
              <a:t>FOUP</a:t>
            </a:r>
            <a:r>
              <a:rPr lang="zh-CN" altLang="en-US" sz="1800" b="0" dirty="0">
                <a:latin typeface="Meiryo UI 本文"/>
              </a:rPr>
              <a:t>的</a:t>
            </a:r>
            <a:r>
              <a:rPr lang="ja-JP" altLang="en-US" sz="1800" b="0" dirty="0">
                <a:latin typeface="Meiryo UI 本文"/>
              </a:rPr>
              <a:t>在荷</a:t>
            </a:r>
            <a:r>
              <a:rPr lang="zh-CN" altLang="en-US" sz="1800" b="0" dirty="0">
                <a:latin typeface="Meiryo UI 本文"/>
              </a:rPr>
              <a:t>状况已确认了，就可以开始</a:t>
            </a:r>
            <a:r>
              <a:rPr lang="en-US" altLang="zh-CN" sz="1800" b="0" dirty="0">
                <a:latin typeface="Meiryo UI 本文"/>
              </a:rPr>
              <a:t>Purge</a:t>
            </a:r>
            <a:r>
              <a:rPr lang="ja-JP" altLang="en-US" sz="1800" b="0" dirty="0">
                <a:latin typeface="Meiryo UI 本文"/>
              </a:rPr>
              <a:t>。</a:t>
            </a:r>
            <a:endParaRPr lang="en-US" altLang="ja-JP" sz="1800" b="0" dirty="0">
              <a:latin typeface="Meiryo UI 本文"/>
            </a:endParaRPr>
          </a:p>
          <a:p>
            <a:pPr marL="0" indent="0">
              <a:buNone/>
            </a:pPr>
            <a:endParaRPr lang="en-US" altLang="zh-CN" b="0" dirty="0">
              <a:latin typeface="Meiryo UI 本文"/>
            </a:endParaRPr>
          </a:p>
          <a:p>
            <a:pPr marL="0" indent="0">
              <a:buNone/>
            </a:pPr>
            <a:endParaRPr lang="en-US" altLang="ja-JP" dirty="0">
              <a:latin typeface="Meiryo UI 本文"/>
            </a:endParaRPr>
          </a:p>
          <a:p>
            <a:r>
              <a:rPr lang="zh-CN" altLang="en-US" dirty="0">
                <a:latin typeface="Meiryo UI 本文"/>
              </a:rPr>
              <a:t>其他项目</a:t>
            </a:r>
            <a:endParaRPr lang="en-US" altLang="ja-JP" dirty="0">
              <a:latin typeface="Meiryo UI 本文"/>
            </a:endParaRPr>
          </a:p>
          <a:p>
            <a:pPr marL="0" indent="0">
              <a:buNone/>
            </a:pPr>
            <a:r>
              <a:rPr lang="en-US" altLang="zh-CN" sz="1800" b="0" dirty="0">
                <a:latin typeface="Meiryo UI 本文"/>
              </a:rPr>
              <a:t>1) FOUP</a:t>
            </a:r>
            <a:r>
              <a:rPr lang="zh-CN" altLang="en-US" sz="1800" b="0" dirty="0">
                <a:latin typeface="Meiryo UI 本文"/>
              </a:rPr>
              <a:t>获取行动开始前，</a:t>
            </a:r>
            <a:r>
              <a:rPr lang="en-US" altLang="zh-CN" sz="1800" b="0" dirty="0">
                <a:latin typeface="Meiryo UI 本文"/>
              </a:rPr>
              <a:t>xMCS</a:t>
            </a:r>
            <a:r>
              <a:rPr lang="zh-CN" altLang="en-US" sz="1800" b="0" dirty="0">
                <a:latin typeface="Meiryo UI 本文"/>
              </a:rPr>
              <a:t>不会发送</a:t>
            </a:r>
            <a:r>
              <a:rPr lang="ja-JP" altLang="en-US" sz="1800" b="0" dirty="0">
                <a:latin typeface="Meiryo UI 本文"/>
              </a:rPr>
              <a:t>在荷确认</a:t>
            </a:r>
            <a:r>
              <a:rPr lang="zh-CN" altLang="en-US" sz="1800" b="0" dirty="0">
                <a:latin typeface="Meiryo UI 本文"/>
              </a:rPr>
              <a:t>的</a:t>
            </a:r>
            <a:r>
              <a:rPr lang="en-US" altLang="zh-CN" sz="1800" b="0" dirty="0">
                <a:latin typeface="Meiryo UI 本文"/>
              </a:rPr>
              <a:t>RemoteCommand</a:t>
            </a:r>
            <a:r>
              <a:rPr lang="zh-CN" altLang="en-US" sz="1800" b="0" dirty="0">
                <a:latin typeface="Meiryo UI 本文"/>
              </a:rPr>
              <a:t>给</a:t>
            </a:r>
            <a:r>
              <a:rPr lang="en-US" altLang="zh-CN" sz="1800" b="0" dirty="0">
                <a:latin typeface="Meiryo UI 本文"/>
              </a:rPr>
              <a:t>NPC</a:t>
            </a:r>
            <a:r>
              <a:rPr lang="zh-CN" altLang="en-US" sz="1800" b="0" dirty="0">
                <a:latin typeface="Meiryo UI 本文"/>
              </a:rPr>
              <a:t>。</a:t>
            </a:r>
            <a:endParaRPr lang="en-US" altLang="zh-CN" sz="1800" b="0" dirty="0">
              <a:latin typeface="Meiryo UI 本文"/>
            </a:endParaRPr>
          </a:p>
          <a:p>
            <a:pPr marL="0" indent="0">
              <a:buNone/>
            </a:pPr>
            <a:r>
              <a:rPr lang="en-US" altLang="ja-JP" sz="1800" b="0" dirty="0">
                <a:latin typeface="Meiryo UI 本文"/>
              </a:rPr>
              <a:t>     </a:t>
            </a:r>
            <a:r>
              <a:rPr lang="zh-CN" altLang="en-US" sz="1800" b="0" dirty="0">
                <a:latin typeface="Meiryo UI 本文"/>
              </a:rPr>
              <a:t>这是为了判断</a:t>
            </a:r>
            <a:r>
              <a:rPr lang="en-US" altLang="zh-CN" sz="1800" b="0" dirty="0">
                <a:latin typeface="Meiryo UI 本文"/>
              </a:rPr>
              <a:t>FOUP</a:t>
            </a:r>
            <a:r>
              <a:rPr lang="zh-CN" altLang="en-US" sz="1800" b="0" dirty="0">
                <a:latin typeface="Meiryo UI 本文"/>
              </a:rPr>
              <a:t>的位置不会因</a:t>
            </a:r>
            <a:r>
              <a:rPr lang="en-US" altLang="zh-CN" sz="1800" b="0" dirty="0">
                <a:latin typeface="Meiryo UI 本文"/>
              </a:rPr>
              <a:t>Purge</a:t>
            </a:r>
            <a:r>
              <a:rPr lang="zh-CN" altLang="en-US" sz="1800" b="0" dirty="0">
                <a:latin typeface="Meiryo UI 本文"/>
              </a:rPr>
              <a:t>设备的操作而发生变化，只会在放下</a:t>
            </a:r>
            <a:r>
              <a:rPr lang="en-US" altLang="zh-CN" sz="1800" b="0" dirty="0">
                <a:latin typeface="Meiryo UI 本文"/>
              </a:rPr>
              <a:t>FOUP</a:t>
            </a:r>
            <a:r>
              <a:rPr lang="zh-CN" altLang="en-US" sz="1800" b="0" dirty="0">
                <a:latin typeface="Meiryo UI 本文"/>
              </a:rPr>
              <a:t>的</a:t>
            </a:r>
            <a:endParaRPr lang="en-US" altLang="zh-CN" sz="1800" b="0" dirty="0">
              <a:latin typeface="Meiryo UI 本文"/>
            </a:endParaRPr>
          </a:p>
          <a:p>
            <a:pPr marL="0" indent="0">
              <a:buNone/>
            </a:pPr>
            <a:r>
              <a:rPr lang="zh-CN" altLang="en-US" sz="1800" b="0" dirty="0">
                <a:latin typeface="Meiryo UI 本文"/>
              </a:rPr>
              <a:t>     时候进行</a:t>
            </a:r>
            <a:r>
              <a:rPr lang="ja-JP" altLang="en-US" sz="1800" b="0" dirty="0">
                <a:latin typeface="Meiryo UI 本文"/>
              </a:rPr>
              <a:t>在荷确认</a:t>
            </a:r>
            <a:r>
              <a:rPr lang="zh-CN" altLang="en-US" sz="1800" b="0" dirty="0">
                <a:latin typeface="Meiryo UI 本文"/>
              </a:rPr>
              <a:t>。</a:t>
            </a:r>
            <a:endParaRPr lang="en-US" altLang="ja-JP" sz="1800" b="0" dirty="0">
              <a:latin typeface="Meiryo UI 本文"/>
            </a:endParaRPr>
          </a:p>
          <a:p>
            <a:pPr marL="0" indent="0">
              <a:buNone/>
            </a:pPr>
            <a:r>
              <a:rPr lang="en-US" altLang="ja-JP" sz="1800" b="0" dirty="0">
                <a:latin typeface="Meiryo UI 本文"/>
              </a:rPr>
              <a:t>2) </a:t>
            </a:r>
            <a:r>
              <a:rPr lang="en-US" altLang="zh-CN" sz="1800" b="0" dirty="0">
                <a:latin typeface="Meiryo UI 本文"/>
              </a:rPr>
              <a:t>xMCS</a:t>
            </a:r>
            <a:r>
              <a:rPr lang="zh-CN" altLang="en-US" sz="1800" b="0" dirty="0">
                <a:latin typeface="Meiryo UI 本文"/>
              </a:rPr>
              <a:t>是可以在任意时间点发</a:t>
            </a:r>
            <a:r>
              <a:rPr lang="en-US" altLang="ja-JP" sz="1800" b="0" dirty="0">
                <a:latin typeface="Meiryo UI 本文"/>
              </a:rPr>
              <a:t>PLACE_CARRIER</a:t>
            </a:r>
            <a:r>
              <a:rPr lang="zh-CN" altLang="en-US" sz="1800" b="0" dirty="0">
                <a:latin typeface="Meiryo UI 本文"/>
              </a:rPr>
              <a:t>，就是跟</a:t>
            </a:r>
            <a:r>
              <a:rPr lang="en-US" altLang="zh-CN" sz="1800" b="0" dirty="0">
                <a:latin typeface="Meiryo UI 本文"/>
              </a:rPr>
              <a:t>Client</a:t>
            </a:r>
            <a:r>
              <a:rPr lang="zh-CN" altLang="en-US" sz="1800" b="0" dirty="0">
                <a:latin typeface="Meiryo UI 本文"/>
              </a:rPr>
              <a:t>里</a:t>
            </a:r>
            <a:r>
              <a:rPr lang="en-US" altLang="zh-CN" sz="1800" b="0" dirty="0">
                <a:latin typeface="Meiryo UI 本文"/>
              </a:rPr>
              <a:t>OHB</a:t>
            </a:r>
            <a:r>
              <a:rPr lang="zh-CN" altLang="en-US" sz="1800" b="0" dirty="0">
                <a:latin typeface="Meiryo UI 本文"/>
              </a:rPr>
              <a:t>上</a:t>
            </a:r>
            <a:r>
              <a:rPr lang="ja-JP" altLang="en-US" sz="1800" b="0" dirty="0">
                <a:latin typeface="Meiryo UI 本文"/>
              </a:rPr>
              <a:t>添加</a:t>
            </a:r>
            <a:r>
              <a:rPr lang="en-US" altLang="zh-CN" sz="1800" b="0" dirty="0">
                <a:latin typeface="Meiryo UI 本文"/>
              </a:rPr>
              <a:t>CarrierData</a:t>
            </a:r>
            <a:r>
              <a:rPr lang="ja-JP" altLang="en-US" sz="1800" b="0" dirty="0">
                <a:latin typeface="Meiryo UI 本文"/>
              </a:rPr>
              <a:t>等</a:t>
            </a:r>
            <a:r>
              <a:rPr lang="zh-CN" altLang="en-US" sz="1800" b="0" dirty="0">
                <a:latin typeface="Meiryo UI 本文"/>
              </a:rPr>
              <a:t>，</a:t>
            </a:r>
            <a:br>
              <a:rPr lang="en-US" altLang="zh-CN" sz="1800" b="0" dirty="0">
                <a:latin typeface="Meiryo UI 本文"/>
              </a:rPr>
            </a:br>
            <a:r>
              <a:rPr lang="ja-JP" altLang="en-US" sz="1800" b="0" dirty="0">
                <a:latin typeface="Meiryo UI 本文"/>
              </a:rPr>
              <a:t>    操作</a:t>
            </a:r>
            <a:r>
              <a:rPr lang="zh-CN" altLang="en-US" sz="1800" b="0" dirty="0">
                <a:latin typeface="Meiryo UI 本文"/>
              </a:rPr>
              <a:t>是相同的</a:t>
            </a:r>
            <a:r>
              <a:rPr lang="ja-JP" altLang="en-US" sz="1800" b="0" dirty="0">
                <a:latin typeface="Meiryo UI 本文"/>
              </a:rPr>
              <a:t>。</a:t>
            </a:r>
            <a:endParaRPr lang="en-US" altLang="ja-JP" dirty="0">
              <a:latin typeface="Meiryo UI 本文"/>
            </a:endParaRPr>
          </a:p>
          <a:p>
            <a:pPr marL="0" indent="0">
              <a:buNone/>
            </a:pPr>
            <a:endParaRPr lang="en-US" altLang="ja-JP" dirty="0">
              <a:latin typeface="Meiryo UI 本文"/>
            </a:endParaRPr>
          </a:p>
          <a:p>
            <a:pPr marL="180975" lvl="1" indent="0">
              <a:buNone/>
            </a:pPr>
            <a:endParaRPr lang="en-US" altLang="ja-JP" dirty="0">
              <a:latin typeface="Meiryo UI 本文"/>
            </a:endParaRPr>
          </a:p>
          <a:p>
            <a:pPr marL="180975" lvl="1" indent="0">
              <a:buNone/>
            </a:pPr>
            <a:endParaRPr lang="en-US" altLang="ja-JP" dirty="0">
              <a:latin typeface="Meiryo UI 本文"/>
            </a:endParaRPr>
          </a:p>
          <a:p>
            <a:pPr marL="180975" lvl="1" indent="0">
              <a:buNone/>
            </a:pPr>
            <a:endParaRPr lang="en-US" altLang="ja-JP" dirty="0">
              <a:latin typeface="Meiryo UI 本文"/>
            </a:endParaRPr>
          </a:p>
          <a:p>
            <a:pPr marL="180975" lvl="1" indent="0">
              <a:buNone/>
            </a:pPr>
            <a:endParaRPr lang="en-US" altLang="ja-JP" dirty="0">
              <a:latin typeface="Meiryo UI 本文"/>
            </a:endParaRPr>
          </a:p>
          <a:p>
            <a:pPr marL="180975" lvl="1" indent="0">
              <a:buNone/>
            </a:pPr>
            <a:endParaRPr lang="en-US" altLang="ja-JP" dirty="0">
              <a:latin typeface="Meiryo UI 本文"/>
            </a:endParaRPr>
          </a:p>
        </p:txBody>
      </p:sp>
      <p:sp>
        <p:nvSpPr>
          <p:cNvPr id="5" name="タイトル 2">
            <a:extLst>
              <a:ext uri="{FF2B5EF4-FFF2-40B4-BE49-F238E27FC236}">
                <a16:creationId xmlns:a16="http://schemas.microsoft.com/office/drawing/2014/main" id="{B5A503D2-8A00-9E23-7CC0-F1050A472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01" y="130105"/>
            <a:ext cx="7200800" cy="396045"/>
          </a:xfrm>
        </p:spPr>
        <p:txBody>
          <a:bodyPr/>
          <a:lstStyle/>
          <a:p>
            <a:r>
              <a:rPr kumimoji="1" lang="ja-JP" altLang="en-US" b="1" dirty="0"/>
              <a:t>要点</a:t>
            </a:r>
          </a:p>
        </p:txBody>
      </p:sp>
    </p:spTree>
    <p:extLst>
      <p:ext uri="{BB962C8B-B14F-4D97-AF65-F5344CB8AC3E}">
        <p14:creationId xmlns:p14="http://schemas.microsoft.com/office/powerpoint/2010/main" val="204208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CCEEB106-5C66-4B16-9C83-6861C569F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01" y="130105"/>
            <a:ext cx="7200800" cy="396045"/>
          </a:xfrm>
        </p:spPr>
        <p:txBody>
          <a:bodyPr/>
          <a:lstStyle/>
          <a:p>
            <a:r>
              <a:rPr kumimoji="1" lang="ja-JP" altLang="en-US" b="1" dirty="0"/>
              <a:t>要求</a:t>
            </a:r>
            <a:r>
              <a:rPr kumimoji="1" lang="zh-CN" altLang="en-US" b="1" dirty="0"/>
              <a:t>详细内容</a:t>
            </a:r>
            <a:endParaRPr kumimoji="1" lang="ja-JP" altLang="en-US" b="1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029049-CE12-407B-8075-983CA49397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0" y="565045"/>
            <a:ext cx="9237919" cy="5701614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Meiryo UI 本文"/>
              </a:rPr>
              <a:t>正常情况</a:t>
            </a:r>
            <a:endParaRPr lang="en-US" altLang="ja-JP" dirty="0">
              <a:latin typeface="Meiryo UI 本文"/>
            </a:endParaRPr>
          </a:p>
          <a:p>
            <a:pPr marL="180975" lvl="1" indent="0">
              <a:buNone/>
            </a:pPr>
            <a:endParaRPr lang="en-US" altLang="ja-JP" dirty="0">
              <a:latin typeface="Meiryo UI 本文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01521BA-18D6-5D6D-0B32-D5D2D89CE8A8}"/>
              </a:ext>
            </a:extLst>
          </p:cNvPr>
          <p:cNvCxnSpPr/>
          <p:nvPr/>
        </p:nvCxnSpPr>
        <p:spPr bwMode="auto">
          <a:xfrm>
            <a:off x="673728" y="1626374"/>
            <a:ext cx="0" cy="280831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6FEC8A7-545C-A47A-5C18-D6D5AF760A4B}"/>
              </a:ext>
            </a:extLst>
          </p:cNvPr>
          <p:cNvCxnSpPr/>
          <p:nvPr/>
        </p:nvCxnSpPr>
        <p:spPr bwMode="auto">
          <a:xfrm>
            <a:off x="3184712" y="1626374"/>
            <a:ext cx="0" cy="280831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D7EE29B-E3A8-E153-03E2-BB70D8FA18B1}"/>
              </a:ext>
            </a:extLst>
          </p:cNvPr>
          <p:cNvSpPr txBox="1"/>
          <p:nvPr/>
        </p:nvSpPr>
        <p:spPr>
          <a:xfrm>
            <a:off x="2689297" y="4509120"/>
            <a:ext cx="970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NPC</a:t>
            </a:r>
          </a:p>
          <a:p>
            <a:pPr algn="ctr"/>
            <a:r>
              <a:rPr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Controller</a:t>
            </a:r>
            <a:endParaRPr kumimoji="1" lang="ja-JP" altLang="en-US" sz="1400" dirty="0">
              <a:solidFill>
                <a:schemeClr val="bg1">
                  <a:lumMod val="90000"/>
                  <a:lumOff val="1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273A4C-B3ED-1DD2-A6F5-E364374B24BD}"/>
              </a:ext>
            </a:extLst>
          </p:cNvPr>
          <p:cNvSpPr txBox="1"/>
          <p:nvPr/>
        </p:nvSpPr>
        <p:spPr>
          <a:xfrm>
            <a:off x="305317" y="4556097"/>
            <a:ext cx="736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xMCS</a:t>
            </a:r>
            <a:endParaRPr kumimoji="1" lang="ja-JP" altLang="en-US" sz="1400" dirty="0">
              <a:solidFill>
                <a:schemeClr val="bg1">
                  <a:lumMod val="90000"/>
                  <a:lumOff val="10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68D113D-4E85-0BD5-3EDD-16A3A3BEFE72}"/>
              </a:ext>
            </a:extLst>
          </p:cNvPr>
          <p:cNvCxnSpPr/>
          <p:nvPr/>
        </p:nvCxnSpPr>
        <p:spPr bwMode="auto">
          <a:xfrm>
            <a:off x="673727" y="2418462"/>
            <a:ext cx="25035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FE9EB7-E54C-C9E6-A646-262E92622D25}"/>
              </a:ext>
            </a:extLst>
          </p:cNvPr>
          <p:cNvSpPr txBox="1"/>
          <p:nvPr/>
        </p:nvSpPr>
        <p:spPr>
          <a:xfrm>
            <a:off x="787830" y="1783387"/>
            <a:ext cx="11053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搬送完成到</a:t>
            </a:r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OHB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574D010E-8D4E-F20B-2445-084E15E0BD84}"/>
              </a:ext>
            </a:extLst>
          </p:cNvPr>
          <p:cNvCxnSpPr/>
          <p:nvPr/>
        </p:nvCxnSpPr>
        <p:spPr bwMode="auto">
          <a:xfrm flipH="1">
            <a:off x="662438" y="2785645"/>
            <a:ext cx="251098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FD51947-B3A5-DE46-89FC-6C7EB7BEBE92}"/>
              </a:ext>
            </a:extLst>
          </p:cNvPr>
          <p:cNvSpPr txBox="1"/>
          <p:nvPr/>
        </p:nvSpPr>
        <p:spPr>
          <a:xfrm>
            <a:off x="669886" y="2484826"/>
            <a:ext cx="2496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S2F42 </a:t>
            </a:r>
            <a:r>
              <a:rPr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应答</a:t>
            </a:r>
            <a:r>
              <a:rPr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(0x04)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A345618-F281-6A1E-800B-7E9E6296564E}"/>
              </a:ext>
            </a:extLst>
          </p:cNvPr>
          <p:cNvSpPr txBox="1"/>
          <p:nvPr/>
        </p:nvSpPr>
        <p:spPr>
          <a:xfrm>
            <a:off x="5415930" y="4550766"/>
            <a:ext cx="609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NPC</a:t>
            </a:r>
          </a:p>
          <a:p>
            <a:pPr algn="ctr"/>
            <a:r>
              <a:rPr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Unit</a:t>
            </a:r>
            <a:endParaRPr kumimoji="1" lang="ja-JP" altLang="en-US" sz="1400" dirty="0">
              <a:solidFill>
                <a:schemeClr val="bg1">
                  <a:lumMod val="90000"/>
                  <a:lumOff val="1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F1E8A75E-EFAF-215F-481A-BAE9B285CA71}"/>
              </a:ext>
            </a:extLst>
          </p:cNvPr>
          <p:cNvSpPr/>
          <p:nvPr/>
        </p:nvSpPr>
        <p:spPr bwMode="auto">
          <a:xfrm>
            <a:off x="532211" y="1768003"/>
            <a:ext cx="283027" cy="246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84F45A-F3E0-12D8-CCF8-C98D6D3C95E0}"/>
              </a:ext>
            </a:extLst>
          </p:cNvPr>
          <p:cNvSpPr txBox="1"/>
          <p:nvPr/>
        </p:nvSpPr>
        <p:spPr>
          <a:xfrm>
            <a:off x="681172" y="2129311"/>
            <a:ext cx="25148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S2F41 PLACE_CARRIER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A50F8A5-FFD5-226D-5FFA-217EAAC70791}"/>
              </a:ext>
            </a:extLst>
          </p:cNvPr>
          <p:cNvCxnSpPr/>
          <p:nvPr/>
        </p:nvCxnSpPr>
        <p:spPr bwMode="auto">
          <a:xfrm>
            <a:off x="5720699" y="1626374"/>
            <a:ext cx="0" cy="280831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9D0AC83-FDCC-5144-FEEC-CCBCBBA8E034}"/>
              </a:ext>
            </a:extLst>
          </p:cNvPr>
          <p:cNvCxnSpPr/>
          <p:nvPr/>
        </p:nvCxnSpPr>
        <p:spPr bwMode="auto">
          <a:xfrm>
            <a:off x="3195999" y="3224078"/>
            <a:ext cx="25035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21EE12E-4654-EDD1-B170-DE9F3E4ED00F}"/>
              </a:ext>
            </a:extLst>
          </p:cNvPr>
          <p:cNvSpPr txBox="1"/>
          <p:nvPr/>
        </p:nvSpPr>
        <p:spPr>
          <a:xfrm>
            <a:off x="3174699" y="2948040"/>
            <a:ext cx="254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在</a:t>
            </a:r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Port</a:t>
            </a:r>
            <a:r>
              <a:rPr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上</a:t>
            </a:r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进行在荷确认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DD492B3-7A3F-D6DD-F3FC-A56FFA65A906}"/>
              </a:ext>
            </a:extLst>
          </p:cNvPr>
          <p:cNvCxnSpPr/>
          <p:nvPr/>
        </p:nvCxnSpPr>
        <p:spPr bwMode="auto">
          <a:xfrm flipH="1">
            <a:off x="3184708" y="3612253"/>
            <a:ext cx="251098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C4CA398-032B-C4EC-069E-D7830CE75FE2}"/>
              </a:ext>
            </a:extLst>
          </p:cNvPr>
          <p:cNvSpPr txBox="1"/>
          <p:nvPr/>
        </p:nvSpPr>
        <p:spPr>
          <a:xfrm>
            <a:off x="3184707" y="3354946"/>
            <a:ext cx="2535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Port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上</a:t>
            </a:r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有</a:t>
            </a:r>
            <a:r>
              <a:rPr kumimoji="1" lang="en-US" altLang="zh-CN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FOUP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77573F83-DB96-953E-F7E9-D5DB1661780E}"/>
              </a:ext>
            </a:extLst>
          </p:cNvPr>
          <p:cNvCxnSpPr/>
          <p:nvPr/>
        </p:nvCxnSpPr>
        <p:spPr bwMode="auto">
          <a:xfrm>
            <a:off x="3195999" y="4051324"/>
            <a:ext cx="25035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285D385-8160-DB5F-18CB-6DA22176C3D0}"/>
              </a:ext>
            </a:extLst>
          </p:cNvPr>
          <p:cNvSpPr txBox="1"/>
          <p:nvPr/>
        </p:nvSpPr>
        <p:spPr>
          <a:xfrm>
            <a:off x="3174699" y="3775286"/>
            <a:ext cx="254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开始</a:t>
            </a:r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Purge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E87064B-B31D-5FE0-EE87-1A71E8C7DAC2}"/>
              </a:ext>
            </a:extLst>
          </p:cNvPr>
          <p:cNvSpPr txBox="1"/>
          <p:nvPr/>
        </p:nvSpPr>
        <p:spPr>
          <a:xfrm>
            <a:off x="5899072" y="1503768"/>
            <a:ext cx="30665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PLACE_CARRIER</a:t>
            </a:r>
          </a:p>
          <a:p>
            <a:r>
              <a:rPr kumimoji="1" lang="en-US" altLang="ja-JP" sz="1200" b="1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DataExample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S2F41:SID:[28 46]:TID:[00 00 00 77]:MHEAD:[28 46 82 29 00 00 00 00 00 77]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&lt;L [2]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&lt;A [13] "PLACE_CARRIER"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&lt;L [1]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          &lt;L [2]	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                    &lt;A [10] "CARRIERLOC"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                    &lt;A [8] "A02PA002"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         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&gt;</a:t>
            </a:r>
          </a:p>
          <a:p>
            <a:endParaRPr lang="en-US" altLang="ja-JP" sz="9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  <a:p>
            <a:r>
              <a:rPr lang="ja-JP" altLang="en-US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時刻 ： </a:t>
            </a:r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2024-11-20 13:54:13`725</a:t>
            </a:r>
          </a:p>
          <a:p>
            <a:r>
              <a:rPr lang="ja-JP" altLang="en-US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二次データ ：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S2F42:SID:[00 6e]:TID:[00 00 00 77]:MHEAD:[00 6e 02 2a 00 00 00 00 00 77]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&lt;L [2]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&lt;B [1] 0x04 &gt; //HCACK=WILL_EXECUTE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&lt;L [0]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&gt;</a:t>
            </a:r>
          </a:p>
          <a:p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【HCACK】</a:t>
            </a:r>
          </a:p>
          <a:p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2=CANT_EXECUTE 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（</a:t>
            </a:r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现在不能执行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）</a:t>
            </a:r>
          </a:p>
          <a:p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4=WILL_EXECUTE 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（</a:t>
            </a:r>
            <a:r>
              <a:rPr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确认了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、</a:t>
            </a:r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指令会将执行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5226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029049-CE12-407B-8075-983CA49397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1" y="565045"/>
            <a:ext cx="9129400" cy="5701614"/>
          </a:xfrm>
        </p:spPr>
        <p:txBody>
          <a:bodyPr>
            <a:normAutofit/>
          </a:bodyPr>
          <a:lstStyle/>
          <a:p>
            <a:r>
              <a:rPr lang="ja-JP" altLang="en-US" dirty="0">
                <a:latin typeface="Meiryo UI 本文"/>
              </a:rPr>
              <a:t>异常</a:t>
            </a:r>
            <a:r>
              <a:rPr lang="zh-CN" altLang="en-US" dirty="0">
                <a:latin typeface="Meiryo UI 本文"/>
              </a:rPr>
              <a:t>情况</a:t>
            </a:r>
            <a:endParaRPr lang="en-US" altLang="ja-JP" dirty="0">
              <a:latin typeface="Meiryo UI 本文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01521BA-18D6-5D6D-0B32-D5D2D89CE8A8}"/>
              </a:ext>
            </a:extLst>
          </p:cNvPr>
          <p:cNvCxnSpPr/>
          <p:nvPr/>
        </p:nvCxnSpPr>
        <p:spPr bwMode="auto">
          <a:xfrm>
            <a:off x="673728" y="1626374"/>
            <a:ext cx="0" cy="280831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6FEC8A7-545C-A47A-5C18-D6D5AF760A4B}"/>
              </a:ext>
            </a:extLst>
          </p:cNvPr>
          <p:cNvCxnSpPr/>
          <p:nvPr/>
        </p:nvCxnSpPr>
        <p:spPr bwMode="auto">
          <a:xfrm>
            <a:off x="3184712" y="1626374"/>
            <a:ext cx="0" cy="280831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D7EE29B-E3A8-E153-03E2-BB70D8FA18B1}"/>
              </a:ext>
            </a:extLst>
          </p:cNvPr>
          <p:cNvSpPr txBox="1"/>
          <p:nvPr/>
        </p:nvSpPr>
        <p:spPr>
          <a:xfrm>
            <a:off x="2689297" y="4509120"/>
            <a:ext cx="970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NPC</a:t>
            </a:r>
          </a:p>
          <a:p>
            <a:pPr algn="ctr"/>
            <a:r>
              <a:rPr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Controller</a:t>
            </a:r>
            <a:endParaRPr kumimoji="1" lang="ja-JP" altLang="en-US" sz="1400" dirty="0">
              <a:solidFill>
                <a:schemeClr val="bg1">
                  <a:lumMod val="90000"/>
                  <a:lumOff val="1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6273A4C-B3ED-1DD2-A6F5-E364374B24BD}"/>
              </a:ext>
            </a:extLst>
          </p:cNvPr>
          <p:cNvSpPr txBox="1"/>
          <p:nvPr/>
        </p:nvSpPr>
        <p:spPr>
          <a:xfrm>
            <a:off x="305317" y="4556097"/>
            <a:ext cx="736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xMCS</a:t>
            </a:r>
            <a:endParaRPr kumimoji="1" lang="ja-JP" altLang="en-US" sz="1400" dirty="0">
              <a:solidFill>
                <a:schemeClr val="bg1">
                  <a:lumMod val="90000"/>
                  <a:lumOff val="10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68D113D-4E85-0BD5-3EDD-16A3A3BEFE72}"/>
              </a:ext>
            </a:extLst>
          </p:cNvPr>
          <p:cNvCxnSpPr/>
          <p:nvPr/>
        </p:nvCxnSpPr>
        <p:spPr bwMode="auto">
          <a:xfrm>
            <a:off x="673727" y="2418462"/>
            <a:ext cx="25035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FE9EB7-E54C-C9E6-A646-262E92622D25}"/>
              </a:ext>
            </a:extLst>
          </p:cNvPr>
          <p:cNvSpPr txBox="1"/>
          <p:nvPr/>
        </p:nvSpPr>
        <p:spPr>
          <a:xfrm>
            <a:off x="787830" y="1783387"/>
            <a:ext cx="11053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搬送完成到</a:t>
            </a:r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OHB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574D010E-8D4E-F20B-2445-084E15E0BD84}"/>
              </a:ext>
            </a:extLst>
          </p:cNvPr>
          <p:cNvCxnSpPr/>
          <p:nvPr/>
        </p:nvCxnSpPr>
        <p:spPr bwMode="auto">
          <a:xfrm flipH="1">
            <a:off x="654994" y="2706994"/>
            <a:ext cx="251098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FD51947-B3A5-DE46-89FC-6C7EB7BEBE92}"/>
              </a:ext>
            </a:extLst>
          </p:cNvPr>
          <p:cNvSpPr txBox="1"/>
          <p:nvPr/>
        </p:nvSpPr>
        <p:spPr>
          <a:xfrm>
            <a:off x="669886" y="2460273"/>
            <a:ext cx="2496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S2F42 </a:t>
            </a:r>
            <a:r>
              <a:rPr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应答</a:t>
            </a:r>
            <a:r>
              <a:rPr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(0x04)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A345618-F281-6A1E-800B-7E9E6296564E}"/>
              </a:ext>
            </a:extLst>
          </p:cNvPr>
          <p:cNvSpPr txBox="1"/>
          <p:nvPr/>
        </p:nvSpPr>
        <p:spPr>
          <a:xfrm>
            <a:off x="5415930" y="4550766"/>
            <a:ext cx="609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NPC</a:t>
            </a:r>
          </a:p>
          <a:p>
            <a:pPr algn="ctr"/>
            <a:r>
              <a:rPr lang="en-US" altLang="ja-JP" sz="1400" dirty="0">
                <a:solidFill>
                  <a:schemeClr val="bg1">
                    <a:lumMod val="90000"/>
                    <a:lumOff val="10000"/>
                  </a:schemeClr>
                </a:solidFill>
                <a:latin typeface="+mn-lt"/>
                <a:ea typeface="+mn-ea"/>
              </a:rPr>
              <a:t>Unit</a:t>
            </a:r>
            <a:endParaRPr kumimoji="1" lang="ja-JP" altLang="en-US" sz="1400" dirty="0">
              <a:solidFill>
                <a:schemeClr val="bg1">
                  <a:lumMod val="90000"/>
                  <a:lumOff val="1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F1E8A75E-EFAF-215F-481A-BAE9B285CA71}"/>
              </a:ext>
            </a:extLst>
          </p:cNvPr>
          <p:cNvSpPr/>
          <p:nvPr/>
        </p:nvSpPr>
        <p:spPr bwMode="auto">
          <a:xfrm>
            <a:off x="532211" y="1768003"/>
            <a:ext cx="283027" cy="246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4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84F45A-F3E0-12D8-CCF8-C98D6D3C95E0}"/>
              </a:ext>
            </a:extLst>
          </p:cNvPr>
          <p:cNvSpPr txBox="1"/>
          <p:nvPr/>
        </p:nvSpPr>
        <p:spPr>
          <a:xfrm>
            <a:off x="681172" y="2129311"/>
            <a:ext cx="25148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S2F41 PLACE_CARRIER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A50F8A5-FFD5-226D-5FFA-217EAAC70791}"/>
              </a:ext>
            </a:extLst>
          </p:cNvPr>
          <p:cNvCxnSpPr/>
          <p:nvPr/>
        </p:nvCxnSpPr>
        <p:spPr bwMode="auto">
          <a:xfrm>
            <a:off x="5720699" y="1626374"/>
            <a:ext cx="0" cy="280831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9D0AC83-FDCC-5144-FEEC-CCBCBBA8E034}"/>
              </a:ext>
            </a:extLst>
          </p:cNvPr>
          <p:cNvCxnSpPr/>
          <p:nvPr/>
        </p:nvCxnSpPr>
        <p:spPr bwMode="auto">
          <a:xfrm>
            <a:off x="3195927" y="3142997"/>
            <a:ext cx="25035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21EE12E-4654-EDD1-B170-DE9F3E4ED00F}"/>
              </a:ext>
            </a:extLst>
          </p:cNvPr>
          <p:cNvSpPr txBox="1"/>
          <p:nvPr/>
        </p:nvSpPr>
        <p:spPr>
          <a:xfrm>
            <a:off x="3174698" y="2896776"/>
            <a:ext cx="254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在</a:t>
            </a:r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Port</a:t>
            </a:r>
            <a:r>
              <a:rPr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上</a:t>
            </a:r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进行在荷确认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DD492B3-7A3F-D6DD-F3FC-A56FFA65A906}"/>
              </a:ext>
            </a:extLst>
          </p:cNvPr>
          <p:cNvCxnSpPr/>
          <p:nvPr/>
        </p:nvCxnSpPr>
        <p:spPr bwMode="auto">
          <a:xfrm flipH="1">
            <a:off x="3165982" y="3488927"/>
            <a:ext cx="251098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C4CA398-032B-C4EC-069E-D7830CE75FE2}"/>
              </a:ext>
            </a:extLst>
          </p:cNvPr>
          <p:cNvSpPr txBox="1"/>
          <p:nvPr/>
        </p:nvSpPr>
        <p:spPr>
          <a:xfrm>
            <a:off x="3184707" y="3229330"/>
            <a:ext cx="2535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在</a:t>
            </a:r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Port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上</a:t>
            </a:r>
            <a:r>
              <a:rPr kumimoji="1" lang="zh-CN" altLang="en-US" sz="1000" b="1" dirty="0">
                <a:solidFill>
                  <a:srgbClr val="FF0000"/>
                </a:solidFill>
                <a:latin typeface="+mn-ea"/>
                <a:ea typeface="+mn-ea"/>
              </a:rPr>
              <a:t>没有</a:t>
            </a:r>
            <a:r>
              <a:rPr kumimoji="1" lang="en-US" altLang="zh-CN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FOUP</a:t>
            </a:r>
            <a:endParaRPr kumimoji="1" lang="ja-JP" altLang="en-US" sz="10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7B7B26-9CFF-C9E5-86FA-205F4E3103A1}"/>
              </a:ext>
            </a:extLst>
          </p:cNvPr>
          <p:cNvSpPr txBox="1"/>
          <p:nvPr/>
        </p:nvSpPr>
        <p:spPr>
          <a:xfrm>
            <a:off x="670767" y="3563844"/>
            <a:ext cx="25222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S6F11 UnitAlarmSet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289F199-C070-4821-FCF5-08D6B3462403}"/>
              </a:ext>
            </a:extLst>
          </p:cNvPr>
          <p:cNvSpPr txBox="1"/>
          <p:nvPr/>
        </p:nvSpPr>
        <p:spPr>
          <a:xfrm>
            <a:off x="679582" y="3909989"/>
            <a:ext cx="25148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S6F11 PortOutOfService</a:t>
            </a:r>
            <a:endParaRPr kumimoji="1" lang="ja-JP" altLang="en-US" sz="10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637D424-8A5F-68FA-261A-3A6E3F439DB7}"/>
              </a:ext>
            </a:extLst>
          </p:cNvPr>
          <p:cNvCxnSpPr/>
          <p:nvPr/>
        </p:nvCxnSpPr>
        <p:spPr bwMode="auto">
          <a:xfrm flipH="1">
            <a:off x="680490" y="3843726"/>
            <a:ext cx="251098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4C928AA0-8624-717C-A837-046A7F33E48B}"/>
              </a:ext>
            </a:extLst>
          </p:cNvPr>
          <p:cNvCxnSpPr/>
          <p:nvPr/>
        </p:nvCxnSpPr>
        <p:spPr bwMode="auto">
          <a:xfrm flipH="1">
            <a:off x="673719" y="4221088"/>
            <a:ext cx="251098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DFCCBE9-89ED-71C0-7F02-02E2D1EF7110}"/>
              </a:ext>
            </a:extLst>
          </p:cNvPr>
          <p:cNvSpPr txBox="1"/>
          <p:nvPr/>
        </p:nvSpPr>
        <p:spPr>
          <a:xfrm>
            <a:off x="5899072" y="1503768"/>
            <a:ext cx="30665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PLACE_CARRIER</a:t>
            </a:r>
          </a:p>
          <a:p>
            <a:r>
              <a:rPr kumimoji="1" lang="en-US" altLang="ja-JP" sz="1200" b="1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DataExample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S2F41:SID:[28 46]:TID:[00 00 00 77]:MHEAD:[28 46 82 29 00 00 00 00 00 77]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&lt;L [2]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&lt;A [13] "PLACE_CARRIER"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&lt;L [1]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          &lt;L [2]	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                    &lt;A [10] "CARRIERLOC"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                    &lt;A [8] "A02PA002"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         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&gt;</a:t>
            </a:r>
          </a:p>
          <a:p>
            <a:endParaRPr lang="en-US" altLang="ja-JP" sz="900" dirty="0">
              <a:solidFill>
                <a:schemeClr val="bg1">
                  <a:lumMod val="90000"/>
                  <a:lumOff val="10000"/>
                </a:schemeClr>
              </a:solidFill>
              <a:latin typeface="+mn-ea"/>
              <a:ea typeface="+mn-ea"/>
            </a:endParaRPr>
          </a:p>
          <a:p>
            <a:r>
              <a:rPr lang="ja-JP" altLang="en-US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時刻 ： </a:t>
            </a:r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2024-11-20 13:54:13`725</a:t>
            </a:r>
          </a:p>
          <a:p>
            <a:r>
              <a:rPr lang="ja-JP" altLang="en-US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二次データ ：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S2F42:SID:[00 6e]:TID:[00 00 00 77]:MHEAD:[00 6e 02 2a 00 00 00 00 00 77]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&lt;L [2]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&lt;B [1] 0x04 &gt; //HCACK=WILL_EXECUTE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&lt;L [0]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          &gt;</a:t>
            </a:r>
          </a:p>
          <a:p>
            <a:r>
              <a:rPr lang="en-US" altLang="ja-JP" sz="9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&gt;</a:t>
            </a:r>
          </a:p>
          <a:p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【HCACK】</a:t>
            </a:r>
          </a:p>
          <a:p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2=CANT_EXECUTE 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（</a:t>
            </a:r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现在不能执行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）</a:t>
            </a:r>
          </a:p>
          <a:p>
            <a:r>
              <a:rPr kumimoji="1" lang="en-US" altLang="ja-JP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4=WILL_EXECUTE 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（</a:t>
            </a:r>
            <a:r>
              <a:rPr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确认了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、</a:t>
            </a:r>
            <a:r>
              <a:rPr kumimoji="1" lang="zh-CN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指令会将执行</a:t>
            </a:r>
            <a:r>
              <a:rPr kumimoji="1" lang="ja-JP" altLang="en-US" sz="1000" dirty="0">
                <a:solidFill>
                  <a:schemeClr val="bg1">
                    <a:lumMod val="90000"/>
                    <a:lumOff val="10000"/>
                  </a:schemeClr>
                </a:solidFill>
                <a:latin typeface="+mn-ea"/>
                <a:ea typeface="+mn-ea"/>
              </a:rPr>
              <a:t>）</a:t>
            </a:r>
          </a:p>
        </p:txBody>
      </p:sp>
      <p:sp>
        <p:nvSpPr>
          <p:cNvPr id="16" name="タイトル 2">
            <a:extLst>
              <a:ext uri="{FF2B5EF4-FFF2-40B4-BE49-F238E27FC236}">
                <a16:creationId xmlns:a16="http://schemas.microsoft.com/office/drawing/2014/main" id="{AC20A9E7-4FD1-00CF-C1D6-8CE340E50D3C}"/>
              </a:ext>
            </a:extLst>
          </p:cNvPr>
          <p:cNvSpPr txBox="1">
            <a:spLocks/>
          </p:cNvSpPr>
          <p:nvPr/>
        </p:nvSpPr>
        <p:spPr bwMode="auto">
          <a:xfrm>
            <a:off x="59701" y="130105"/>
            <a:ext cx="7200800" cy="396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r>
              <a:rPr lang="ja-JP" altLang="en-US" b="1" dirty="0"/>
              <a:t>要求</a:t>
            </a:r>
            <a:r>
              <a:rPr lang="zh-CN" altLang="en-US" b="1" dirty="0"/>
              <a:t>详细内容</a:t>
            </a:r>
            <a:endParaRPr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1528884521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ユーザー定義 3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339966"/>
      </a:accent1>
      <a:accent2>
        <a:srgbClr val="99CC00"/>
      </a:accent2>
      <a:accent3>
        <a:srgbClr val="AAAAB8"/>
      </a:accent3>
      <a:accent4>
        <a:srgbClr val="DADADA"/>
      </a:accent4>
      <a:accent5>
        <a:srgbClr val="AAE2CA"/>
      </a:accent5>
      <a:accent6>
        <a:srgbClr val="B9E75C"/>
      </a:accent6>
      <a:hlink>
        <a:srgbClr val="FFC000"/>
      </a:hlink>
      <a:folHlink>
        <a:srgbClr val="B2B2B2"/>
      </a:folHlink>
    </a:clrScheme>
    <a:fontScheme name="システム部ユーザー定義 2">
      <a:majorFont>
        <a:latin typeface="Arial"/>
        <a:ea typeface="メイリオ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cap="none" normalizeH="0" dirty="0" smtClean="0">
            <a:ln>
              <a:noFill/>
            </a:ln>
            <a:solidFill>
              <a:schemeClr val="tx1"/>
            </a:solidFill>
            <a:effectLst/>
            <a:latin typeface="+mn-lt"/>
            <a:ea typeface="+mn-e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ＭＳ Ｐゴシック" panose="020B0600070205080204" pitchFamily="50" charset="-128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sz="1400" dirty="0" smtClean="0">
            <a:solidFill>
              <a:schemeClr val="bg1">
                <a:lumMod val="90000"/>
                <a:lumOff val="10000"/>
              </a:schemeClr>
            </a:solidFill>
            <a:latin typeface="+mn-lt"/>
            <a:ea typeface="+mn-ea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969696"/>
        </a:dk1>
        <a:lt1>
          <a:srgbClr val="FFFFFF"/>
        </a:lt1>
        <a:dk2>
          <a:srgbClr val="000066"/>
        </a:dk2>
        <a:lt2>
          <a:srgbClr val="FFFFFF"/>
        </a:lt2>
        <a:accent1>
          <a:srgbClr val="00CC99"/>
        </a:accent1>
        <a:accent2>
          <a:srgbClr val="CCFF66"/>
        </a:accent2>
        <a:accent3>
          <a:srgbClr val="AAAAB8"/>
        </a:accent3>
        <a:accent4>
          <a:srgbClr val="DADADA"/>
        </a:accent4>
        <a:accent5>
          <a:srgbClr val="AAE2CA"/>
        </a:accent5>
        <a:accent6>
          <a:srgbClr val="B9E75C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R-システム部-TemplateR11_0E.potx" id="{C32FFE7B-064A-45D8-ACDC-3903AA30CC6D}" vid="{725B7F17-2F33-4491-8393-2915EA73F18E}"/>
    </a:ext>
  </a:ext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CR-システム部-TemplateR11_0E</Template>
  <TotalTime>2044</TotalTime>
  <Words>545</Words>
  <Application>Microsoft Office PowerPoint</Application>
  <PresentationFormat>画面に合わせる (4:3)</PresentationFormat>
  <Paragraphs>99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2" baseType="lpstr">
      <vt:lpstr>Meiryo UI</vt:lpstr>
      <vt:lpstr>Meiryo UI 本文</vt:lpstr>
      <vt:lpstr>ＭＳ Ｐゴシック</vt:lpstr>
      <vt:lpstr>Arial</vt:lpstr>
      <vt:lpstr>Arial Narrow</vt:lpstr>
      <vt:lpstr>Times New Roman</vt:lpstr>
      <vt:lpstr>Wingdings</vt:lpstr>
      <vt:lpstr>標準デザイン</vt:lpstr>
      <vt:lpstr>NPC(N₂PurgeController) 搬送控制规格</vt:lpstr>
      <vt:lpstr>要点</vt:lpstr>
      <vt:lpstr>要求详细内容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xMCS ZS18再接続不可問題</dc:title>
  <dc:creator>藤澤 忠紘(Tadahiro FUJISAWA)</dc:creator>
  <cp:lastModifiedBy>眞田 虎ノ輔(Toranosuke SANADA)</cp:lastModifiedBy>
  <cp:revision>71</cp:revision>
  <cp:lastPrinted>2021-04-09T02:44:36Z</cp:lastPrinted>
  <dcterms:created xsi:type="dcterms:W3CDTF">2022-11-08T23:49:32Z</dcterms:created>
  <dcterms:modified xsi:type="dcterms:W3CDTF">2024-11-20T05:51:46Z</dcterms:modified>
</cp:coreProperties>
</file>